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15"/>
    <p:restoredTop sz="94670"/>
  </p:normalViewPr>
  <p:slideViewPr>
    <p:cSldViewPr snapToGrid="0" snapToObjects="1">
      <p:cViewPr varScale="1">
        <p:scale>
          <a:sx n="93" d="100"/>
          <a:sy n="93" d="100"/>
        </p:scale>
        <p:origin x="216" y="5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4943E2-082D-4C0C-85EF-90EB55C5F10B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4F04B6B-E06B-450F-B7FC-5434226079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Afropot is a mobile-based restaurant and delivery platform for authentic Nigerian dishes.</a:t>
          </a:r>
        </a:p>
      </dgm:t>
    </dgm:pt>
    <dgm:pt modelId="{46ECF897-B799-4DAC-94EE-ADC99510354B}" type="parTrans" cxnId="{38C7ACDD-ED0F-4925-AD1C-E5CCA7A71BE7}">
      <dgm:prSet/>
      <dgm:spPr/>
      <dgm:t>
        <a:bodyPr/>
        <a:lstStyle/>
        <a:p>
          <a:endParaRPr lang="en-US"/>
        </a:p>
      </dgm:t>
    </dgm:pt>
    <dgm:pt modelId="{F2520CDD-EC5C-4DD8-A403-7996D12A198A}" type="sibTrans" cxnId="{38C7ACDD-ED0F-4925-AD1C-E5CCA7A71BE7}">
      <dgm:prSet/>
      <dgm:spPr/>
      <dgm:t>
        <a:bodyPr/>
        <a:lstStyle/>
        <a:p>
          <a:endParaRPr lang="en-US"/>
        </a:p>
      </dgm:t>
    </dgm:pt>
    <dgm:pt modelId="{4A9A18E6-9A33-4CB9-BDEF-C5D23F8DD58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allows users to browse meals, place orders, and get deliveries easily.</a:t>
          </a:r>
        </a:p>
      </dgm:t>
    </dgm:pt>
    <dgm:pt modelId="{09932F02-4ACC-4C07-8272-9CB6E95542CA}" type="parTrans" cxnId="{E84D3712-2B22-4A59-A0CC-5193A0CCAB21}">
      <dgm:prSet/>
      <dgm:spPr/>
      <dgm:t>
        <a:bodyPr/>
        <a:lstStyle/>
        <a:p>
          <a:endParaRPr lang="en-US"/>
        </a:p>
      </dgm:t>
    </dgm:pt>
    <dgm:pt modelId="{08249857-E47E-4AC5-8EC2-F8B90D3685C2}" type="sibTrans" cxnId="{E84D3712-2B22-4A59-A0CC-5193A0CCAB21}">
      <dgm:prSet/>
      <dgm:spPr/>
      <dgm:t>
        <a:bodyPr/>
        <a:lstStyle/>
        <a:p>
          <a:endParaRPr lang="en-US"/>
        </a:p>
      </dgm:t>
    </dgm:pt>
    <dgm:pt modelId="{C2F655BD-397C-4C80-9D53-B12BCCF961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Afropot modernizes Nigerian food access through a digital platform.</a:t>
          </a:r>
        </a:p>
      </dgm:t>
    </dgm:pt>
    <dgm:pt modelId="{F8AC80F9-92A5-4B68-ADE3-DB76703E42FE}" type="parTrans" cxnId="{AA4D84B5-8803-4CD0-BC08-A3549C15D2B4}">
      <dgm:prSet/>
      <dgm:spPr/>
      <dgm:t>
        <a:bodyPr/>
        <a:lstStyle/>
        <a:p>
          <a:endParaRPr lang="en-US"/>
        </a:p>
      </dgm:t>
    </dgm:pt>
    <dgm:pt modelId="{5881CD77-1F0F-4CF4-8965-BD5CA1982C57}" type="sibTrans" cxnId="{AA4D84B5-8803-4CD0-BC08-A3549C15D2B4}">
      <dgm:prSet/>
      <dgm:spPr/>
      <dgm:t>
        <a:bodyPr/>
        <a:lstStyle/>
        <a:p>
          <a:endParaRPr lang="en-US"/>
        </a:p>
      </dgm:t>
    </dgm:pt>
    <dgm:pt modelId="{CC886D93-0E5B-4680-B1DF-6D67CF499ED9}" type="pres">
      <dgm:prSet presAssocID="{C24943E2-082D-4C0C-85EF-90EB55C5F10B}" presName="root" presStyleCnt="0">
        <dgm:presLayoutVars>
          <dgm:dir/>
          <dgm:resizeHandles val="exact"/>
        </dgm:presLayoutVars>
      </dgm:prSet>
      <dgm:spPr/>
    </dgm:pt>
    <dgm:pt modelId="{D4380F3C-4159-4A54-B57F-F031A50648E6}" type="pres">
      <dgm:prSet presAssocID="{D4F04B6B-E06B-450F-B7FC-543422607990}" presName="compNode" presStyleCnt="0"/>
      <dgm:spPr/>
    </dgm:pt>
    <dgm:pt modelId="{DCACEDF5-A357-4761-8B5C-53363B77A487}" type="pres">
      <dgm:prSet presAssocID="{D4F04B6B-E06B-450F-B7FC-54342260799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f"/>
        </a:ext>
      </dgm:extLst>
    </dgm:pt>
    <dgm:pt modelId="{C886836C-6AAD-4959-8B50-E94D9C24F66D}" type="pres">
      <dgm:prSet presAssocID="{D4F04B6B-E06B-450F-B7FC-543422607990}" presName="spaceRect" presStyleCnt="0"/>
      <dgm:spPr/>
    </dgm:pt>
    <dgm:pt modelId="{841E17D5-571F-4E11-BCBF-5C6A875B0C15}" type="pres">
      <dgm:prSet presAssocID="{D4F04B6B-E06B-450F-B7FC-543422607990}" presName="textRect" presStyleLbl="revTx" presStyleIdx="0" presStyleCnt="3">
        <dgm:presLayoutVars>
          <dgm:chMax val="1"/>
          <dgm:chPref val="1"/>
        </dgm:presLayoutVars>
      </dgm:prSet>
      <dgm:spPr/>
    </dgm:pt>
    <dgm:pt modelId="{DADCAA4F-6677-445F-ACFB-83ED9710DCF1}" type="pres">
      <dgm:prSet presAssocID="{F2520CDD-EC5C-4DD8-A403-7996D12A198A}" presName="sibTrans" presStyleCnt="0"/>
      <dgm:spPr/>
    </dgm:pt>
    <dgm:pt modelId="{91FF82AE-8EDD-4064-B7EB-4FFBBA360D9D}" type="pres">
      <dgm:prSet presAssocID="{4A9A18E6-9A33-4CB9-BDEF-C5D23F8DD58A}" presName="compNode" presStyleCnt="0"/>
      <dgm:spPr/>
    </dgm:pt>
    <dgm:pt modelId="{301314BC-4799-4A5C-BDF0-2F7D12F71BA9}" type="pres">
      <dgm:prSet presAssocID="{4A9A18E6-9A33-4CB9-BDEF-C5D23F8DD58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co"/>
        </a:ext>
      </dgm:extLst>
    </dgm:pt>
    <dgm:pt modelId="{E7FDB782-7FDB-4147-9772-E220CFA876A3}" type="pres">
      <dgm:prSet presAssocID="{4A9A18E6-9A33-4CB9-BDEF-C5D23F8DD58A}" presName="spaceRect" presStyleCnt="0"/>
      <dgm:spPr/>
    </dgm:pt>
    <dgm:pt modelId="{560D5F1B-FA2D-40A2-8089-7EBE0CE17BA7}" type="pres">
      <dgm:prSet presAssocID="{4A9A18E6-9A33-4CB9-BDEF-C5D23F8DD58A}" presName="textRect" presStyleLbl="revTx" presStyleIdx="1" presStyleCnt="3">
        <dgm:presLayoutVars>
          <dgm:chMax val="1"/>
          <dgm:chPref val="1"/>
        </dgm:presLayoutVars>
      </dgm:prSet>
      <dgm:spPr/>
    </dgm:pt>
    <dgm:pt modelId="{56AED078-3663-4774-BDBF-C13B71D740B7}" type="pres">
      <dgm:prSet presAssocID="{08249857-E47E-4AC5-8EC2-F8B90D3685C2}" presName="sibTrans" presStyleCnt="0"/>
      <dgm:spPr/>
    </dgm:pt>
    <dgm:pt modelId="{59DF9D02-885E-4A6E-BC42-F63091DCDD11}" type="pres">
      <dgm:prSet presAssocID="{C2F655BD-397C-4C80-9D53-B12BCCF9610B}" presName="compNode" presStyleCnt="0"/>
      <dgm:spPr/>
    </dgm:pt>
    <dgm:pt modelId="{EC7258AD-1BCD-4A5F-ABB2-5BF65639920E}" type="pres">
      <dgm:prSet presAssocID="{C2F655BD-397C-4C80-9D53-B12BCCF9610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156554F0-4921-41D7-8A4F-555C1CE5BD24}" type="pres">
      <dgm:prSet presAssocID="{C2F655BD-397C-4C80-9D53-B12BCCF9610B}" presName="spaceRect" presStyleCnt="0"/>
      <dgm:spPr/>
    </dgm:pt>
    <dgm:pt modelId="{D6B41DBF-525C-4BFF-807A-4197C25980BD}" type="pres">
      <dgm:prSet presAssocID="{C2F655BD-397C-4C80-9D53-B12BCCF9610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84D3712-2B22-4A59-A0CC-5193A0CCAB21}" srcId="{C24943E2-082D-4C0C-85EF-90EB55C5F10B}" destId="{4A9A18E6-9A33-4CB9-BDEF-C5D23F8DD58A}" srcOrd="1" destOrd="0" parTransId="{09932F02-4ACC-4C07-8272-9CB6E95542CA}" sibTransId="{08249857-E47E-4AC5-8EC2-F8B90D3685C2}"/>
    <dgm:cxn modelId="{144C8A25-68E3-48ED-9FA6-B85450D1D48F}" type="presOf" srcId="{C24943E2-082D-4C0C-85EF-90EB55C5F10B}" destId="{CC886D93-0E5B-4680-B1DF-6D67CF499ED9}" srcOrd="0" destOrd="0" presId="urn:microsoft.com/office/officeart/2018/2/layout/IconLabelList"/>
    <dgm:cxn modelId="{AA4D84B5-8803-4CD0-BC08-A3549C15D2B4}" srcId="{C24943E2-082D-4C0C-85EF-90EB55C5F10B}" destId="{C2F655BD-397C-4C80-9D53-B12BCCF9610B}" srcOrd="2" destOrd="0" parTransId="{F8AC80F9-92A5-4B68-ADE3-DB76703E42FE}" sibTransId="{5881CD77-1F0F-4CF4-8965-BD5CA1982C57}"/>
    <dgm:cxn modelId="{C3C224BC-7764-4561-AEB5-79825EAC3455}" type="presOf" srcId="{C2F655BD-397C-4C80-9D53-B12BCCF9610B}" destId="{D6B41DBF-525C-4BFF-807A-4197C25980BD}" srcOrd="0" destOrd="0" presId="urn:microsoft.com/office/officeart/2018/2/layout/IconLabelList"/>
    <dgm:cxn modelId="{38C7ACDD-ED0F-4925-AD1C-E5CCA7A71BE7}" srcId="{C24943E2-082D-4C0C-85EF-90EB55C5F10B}" destId="{D4F04B6B-E06B-450F-B7FC-543422607990}" srcOrd="0" destOrd="0" parTransId="{46ECF897-B799-4DAC-94EE-ADC99510354B}" sibTransId="{F2520CDD-EC5C-4DD8-A403-7996D12A198A}"/>
    <dgm:cxn modelId="{6A04D4E5-DDCD-4C30-BED5-F62806EEA2A3}" type="presOf" srcId="{4A9A18E6-9A33-4CB9-BDEF-C5D23F8DD58A}" destId="{560D5F1B-FA2D-40A2-8089-7EBE0CE17BA7}" srcOrd="0" destOrd="0" presId="urn:microsoft.com/office/officeart/2018/2/layout/IconLabelList"/>
    <dgm:cxn modelId="{575142F5-1E64-4838-8E40-26B10A684E34}" type="presOf" srcId="{D4F04B6B-E06B-450F-B7FC-543422607990}" destId="{841E17D5-571F-4E11-BCBF-5C6A875B0C15}" srcOrd="0" destOrd="0" presId="urn:microsoft.com/office/officeart/2018/2/layout/IconLabelList"/>
    <dgm:cxn modelId="{108251EF-552F-4702-A712-3CBCB2DBD15F}" type="presParOf" srcId="{CC886D93-0E5B-4680-B1DF-6D67CF499ED9}" destId="{D4380F3C-4159-4A54-B57F-F031A50648E6}" srcOrd="0" destOrd="0" presId="urn:microsoft.com/office/officeart/2018/2/layout/IconLabelList"/>
    <dgm:cxn modelId="{217C5B93-298E-4CF7-B592-7BBF9BB714E6}" type="presParOf" srcId="{D4380F3C-4159-4A54-B57F-F031A50648E6}" destId="{DCACEDF5-A357-4761-8B5C-53363B77A487}" srcOrd="0" destOrd="0" presId="urn:microsoft.com/office/officeart/2018/2/layout/IconLabelList"/>
    <dgm:cxn modelId="{E219E234-1E08-4054-AEC1-2403E05F48EE}" type="presParOf" srcId="{D4380F3C-4159-4A54-B57F-F031A50648E6}" destId="{C886836C-6AAD-4959-8B50-E94D9C24F66D}" srcOrd="1" destOrd="0" presId="urn:microsoft.com/office/officeart/2018/2/layout/IconLabelList"/>
    <dgm:cxn modelId="{2D68D730-BD38-4936-A8B7-1EF6B9E07734}" type="presParOf" srcId="{D4380F3C-4159-4A54-B57F-F031A50648E6}" destId="{841E17D5-571F-4E11-BCBF-5C6A875B0C15}" srcOrd="2" destOrd="0" presId="urn:microsoft.com/office/officeart/2018/2/layout/IconLabelList"/>
    <dgm:cxn modelId="{92589D1A-5679-4724-85BA-C7089D10F848}" type="presParOf" srcId="{CC886D93-0E5B-4680-B1DF-6D67CF499ED9}" destId="{DADCAA4F-6677-445F-ACFB-83ED9710DCF1}" srcOrd="1" destOrd="0" presId="urn:microsoft.com/office/officeart/2018/2/layout/IconLabelList"/>
    <dgm:cxn modelId="{2393F530-83C7-4004-B4F3-B574793F3A4B}" type="presParOf" srcId="{CC886D93-0E5B-4680-B1DF-6D67CF499ED9}" destId="{91FF82AE-8EDD-4064-B7EB-4FFBBA360D9D}" srcOrd="2" destOrd="0" presId="urn:microsoft.com/office/officeart/2018/2/layout/IconLabelList"/>
    <dgm:cxn modelId="{CA573F1A-64C0-4F13-A59A-122A9D387060}" type="presParOf" srcId="{91FF82AE-8EDD-4064-B7EB-4FFBBA360D9D}" destId="{301314BC-4799-4A5C-BDF0-2F7D12F71BA9}" srcOrd="0" destOrd="0" presId="urn:microsoft.com/office/officeart/2018/2/layout/IconLabelList"/>
    <dgm:cxn modelId="{316BBF0A-37C4-4CB1-A99B-8A5AC8FDA11E}" type="presParOf" srcId="{91FF82AE-8EDD-4064-B7EB-4FFBBA360D9D}" destId="{E7FDB782-7FDB-4147-9772-E220CFA876A3}" srcOrd="1" destOrd="0" presId="urn:microsoft.com/office/officeart/2018/2/layout/IconLabelList"/>
    <dgm:cxn modelId="{C9B9B1C9-6753-497A-934B-94A85B1DB85E}" type="presParOf" srcId="{91FF82AE-8EDD-4064-B7EB-4FFBBA360D9D}" destId="{560D5F1B-FA2D-40A2-8089-7EBE0CE17BA7}" srcOrd="2" destOrd="0" presId="urn:microsoft.com/office/officeart/2018/2/layout/IconLabelList"/>
    <dgm:cxn modelId="{0C085146-C1D8-4071-97AC-DFBE7F225A48}" type="presParOf" srcId="{CC886D93-0E5B-4680-B1DF-6D67CF499ED9}" destId="{56AED078-3663-4774-BDBF-C13B71D740B7}" srcOrd="3" destOrd="0" presId="urn:microsoft.com/office/officeart/2018/2/layout/IconLabelList"/>
    <dgm:cxn modelId="{168C4FD0-C61F-4CAD-A4CE-74358C3CC8F1}" type="presParOf" srcId="{CC886D93-0E5B-4680-B1DF-6D67CF499ED9}" destId="{59DF9D02-885E-4A6E-BC42-F63091DCDD11}" srcOrd="4" destOrd="0" presId="urn:microsoft.com/office/officeart/2018/2/layout/IconLabelList"/>
    <dgm:cxn modelId="{21ADD86D-32B2-43E3-A4D2-674A5DD12704}" type="presParOf" srcId="{59DF9D02-885E-4A6E-BC42-F63091DCDD11}" destId="{EC7258AD-1BCD-4A5F-ABB2-5BF65639920E}" srcOrd="0" destOrd="0" presId="urn:microsoft.com/office/officeart/2018/2/layout/IconLabelList"/>
    <dgm:cxn modelId="{2F49ED60-EEDF-412B-8129-2D3EF5F47CCF}" type="presParOf" srcId="{59DF9D02-885E-4A6E-BC42-F63091DCDD11}" destId="{156554F0-4921-41D7-8A4F-555C1CE5BD24}" srcOrd="1" destOrd="0" presId="urn:microsoft.com/office/officeart/2018/2/layout/IconLabelList"/>
    <dgm:cxn modelId="{9218DDC0-B095-4277-A0AF-4554E3A5B536}" type="presParOf" srcId="{59DF9D02-885E-4A6E-BC42-F63091DCDD11}" destId="{D6B41DBF-525C-4BFF-807A-4197C25980B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61E67C6-22AF-4708-A9EC-D576D5DDF48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2629875-4FAE-40D6-B6F6-FC882443566A}">
      <dgm:prSet/>
      <dgm:spPr/>
      <dgm:t>
        <a:bodyPr/>
        <a:lstStyle/>
        <a:p>
          <a:r>
            <a:rPr lang="en-US" dirty="0"/>
            <a:t>• Platform: Android Mobile App (Java)</a:t>
          </a:r>
        </a:p>
      </dgm:t>
    </dgm:pt>
    <dgm:pt modelId="{B905DB72-DCE0-454F-82C1-26FD72621364}" type="parTrans" cxnId="{A7CF10A3-022A-4528-B27D-DE5B28D3E4EF}">
      <dgm:prSet/>
      <dgm:spPr/>
      <dgm:t>
        <a:bodyPr/>
        <a:lstStyle/>
        <a:p>
          <a:endParaRPr lang="en-US"/>
        </a:p>
      </dgm:t>
    </dgm:pt>
    <dgm:pt modelId="{276F074B-D762-4C85-B18F-9AA7F6AF3AB0}" type="sibTrans" cxnId="{A7CF10A3-022A-4528-B27D-DE5B28D3E4EF}">
      <dgm:prSet/>
      <dgm:spPr/>
      <dgm:t>
        <a:bodyPr/>
        <a:lstStyle/>
        <a:p>
          <a:endParaRPr lang="en-US"/>
        </a:p>
      </dgm:t>
    </dgm:pt>
    <dgm:pt modelId="{3E74CFEE-21E7-47CE-9BF1-990450A6493C}">
      <dgm:prSet/>
      <dgm:spPr/>
      <dgm:t>
        <a:bodyPr/>
        <a:lstStyle/>
        <a:p>
          <a:r>
            <a:rPr lang="en-US" dirty="0"/>
            <a:t>• Backend: Spring Boot Microservices (Java)</a:t>
          </a:r>
        </a:p>
      </dgm:t>
    </dgm:pt>
    <dgm:pt modelId="{9D061825-068F-450A-8E05-CDC94CF6418C}" type="parTrans" cxnId="{2458E14D-6E32-4C71-9A76-F70D2551BD2F}">
      <dgm:prSet/>
      <dgm:spPr/>
      <dgm:t>
        <a:bodyPr/>
        <a:lstStyle/>
        <a:p>
          <a:endParaRPr lang="en-US"/>
        </a:p>
      </dgm:t>
    </dgm:pt>
    <dgm:pt modelId="{9182BCF5-84FD-481E-B232-B80353FBFCBD}" type="sibTrans" cxnId="{2458E14D-6E32-4C71-9A76-F70D2551BD2F}">
      <dgm:prSet/>
      <dgm:spPr/>
      <dgm:t>
        <a:bodyPr/>
        <a:lstStyle/>
        <a:p>
          <a:endParaRPr lang="en-US"/>
        </a:p>
      </dgm:t>
    </dgm:pt>
    <dgm:pt modelId="{83A9350F-9089-40CD-95E1-D9254F72630A}">
      <dgm:prSet/>
      <dgm:spPr/>
      <dgm:t>
        <a:bodyPr/>
        <a:lstStyle/>
        <a:p>
          <a:r>
            <a:rPr lang="en-US" dirty="0"/>
            <a:t>• Database: PostgreSQL</a:t>
          </a:r>
        </a:p>
      </dgm:t>
    </dgm:pt>
    <dgm:pt modelId="{72157D6B-2C10-49BB-BDD1-C24220955DA1}" type="parTrans" cxnId="{4A60C933-CC3C-41EB-A43D-B26342CD23CA}">
      <dgm:prSet/>
      <dgm:spPr/>
      <dgm:t>
        <a:bodyPr/>
        <a:lstStyle/>
        <a:p>
          <a:endParaRPr lang="en-US"/>
        </a:p>
      </dgm:t>
    </dgm:pt>
    <dgm:pt modelId="{365D0A2E-9EF9-45FE-BC84-4DFFC6FB9AB6}" type="sibTrans" cxnId="{4A60C933-CC3C-41EB-A43D-B26342CD23CA}">
      <dgm:prSet/>
      <dgm:spPr/>
      <dgm:t>
        <a:bodyPr/>
        <a:lstStyle/>
        <a:p>
          <a:endParaRPr lang="en-US"/>
        </a:p>
      </dgm:t>
    </dgm:pt>
    <dgm:pt modelId="{FFB887A7-28F3-417A-BF8B-AF65D80D1B55}">
      <dgm:prSet/>
      <dgm:spPr/>
      <dgm:t>
        <a:bodyPr/>
        <a:lstStyle/>
        <a:p>
          <a:r>
            <a:rPr lang="en-US" dirty="0"/>
            <a:t>• Deployment: Docker containers</a:t>
          </a:r>
        </a:p>
      </dgm:t>
    </dgm:pt>
    <dgm:pt modelId="{D690B610-7937-4052-81B4-BB36196BE983}" type="parTrans" cxnId="{695ECC8C-56FD-461B-834A-718502597F0D}">
      <dgm:prSet/>
      <dgm:spPr/>
      <dgm:t>
        <a:bodyPr/>
        <a:lstStyle/>
        <a:p>
          <a:endParaRPr lang="en-US"/>
        </a:p>
      </dgm:t>
    </dgm:pt>
    <dgm:pt modelId="{C35FC58F-3FC8-4184-946B-8AC1E9FD6814}" type="sibTrans" cxnId="{695ECC8C-56FD-461B-834A-718502597F0D}">
      <dgm:prSet/>
      <dgm:spPr/>
      <dgm:t>
        <a:bodyPr/>
        <a:lstStyle/>
        <a:p>
          <a:endParaRPr lang="en-US"/>
        </a:p>
      </dgm:t>
    </dgm:pt>
    <dgm:pt modelId="{7BA99420-3FE0-4CD6-A692-9544E0071B3B}">
      <dgm:prSet/>
      <dgm:spPr/>
      <dgm:t>
        <a:bodyPr/>
        <a:lstStyle/>
        <a:p>
          <a:r>
            <a:rPr lang="en-US" dirty="0"/>
            <a:t>• Version Control: GitHub repository</a:t>
          </a:r>
        </a:p>
      </dgm:t>
    </dgm:pt>
    <dgm:pt modelId="{8775773F-1F48-4EBC-A13C-EAEE6585FB5F}" type="parTrans" cxnId="{9EA15F2F-14E9-4DA9-BD64-9FDCAD6D4E8E}">
      <dgm:prSet/>
      <dgm:spPr/>
      <dgm:t>
        <a:bodyPr/>
        <a:lstStyle/>
        <a:p>
          <a:endParaRPr lang="en-US"/>
        </a:p>
      </dgm:t>
    </dgm:pt>
    <dgm:pt modelId="{207F7BBD-6388-4BFE-AC73-8D511BBAF144}" type="sibTrans" cxnId="{9EA15F2F-14E9-4DA9-BD64-9FDCAD6D4E8E}">
      <dgm:prSet/>
      <dgm:spPr/>
      <dgm:t>
        <a:bodyPr/>
        <a:lstStyle/>
        <a:p>
          <a:endParaRPr lang="en-US"/>
        </a:p>
      </dgm:t>
    </dgm:pt>
    <dgm:pt modelId="{196E8DC9-FBC6-4C88-9409-2FF994760CE1}">
      <dgm:prSet/>
      <dgm:spPr/>
      <dgm:t>
        <a:bodyPr/>
        <a:lstStyle/>
        <a:p>
          <a:r>
            <a:rPr lang="en-US" dirty="0"/>
            <a:t>• APIs: RESTful communication between services</a:t>
          </a:r>
        </a:p>
      </dgm:t>
    </dgm:pt>
    <dgm:pt modelId="{7A2AC260-A902-4FA9-B496-7367BEE835AE}" type="parTrans" cxnId="{482BB8A9-9656-463B-8C5D-CE12E38E54CB}">
      <dgm:prSet/>
      <dgm:spPr/>
      <dgm:t>
        <a:bodyPr/>
        <a:lstStyle/>
        <a:p>
          <a:endParaRPr lang="en-US"/>
        </a:p>
      </dgm:t>
    </dgm:pt>
    <dgm:pt modelId="{F08E6583-6485-4F00-B570-B6F9F303C487}" type="sibTrans" cxnId="{482BB8A9-9656-463B-8C5D-CE12E38E54CB}">
      <dgm:prSet/>
      <dgm:spPr/>
      <dgm:t>
        <a:bodyPr/>
        <a:lstStyle/>
        <a:p>
          <a:endParaRPr lang="en-US"/>
        </a:p>
      </dgm:t>
    </dgm:pt>
    <dgm:pt modelId="{5FE31D49-300C-0946-9F2C-B810F1AB7DDA}" type="pres">
      <dgm:prSet presAssocID="{661E67C6-22AF-4708-A9EC-D576D5DDF48A}" presName="linear" presStyleCnt="0">
        <dgm:presLayoutVars>
          <dgm:animLvl val="lvl"/>
          <dgm:resizeHandles val="exact"/>
        </dgm:presLayoutVars>
      </dgm:prSet>
      <dgm:spPr/>
    </dgm:pt>
    <dgm:pt modelId="{CC485E2B-46E5-C44F-A42A-E1C93846FD85}" type="pres">
      <dgm:prSet presAssocID="{42629875-4FAE-40D6-B6F6-FC882443566A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A0EAD8EF-F710-CD4D-9D8E-40E62B11E2E8}" type="pres">
      <dgm:prSet presAssocID="{276F074B-D762-4C85-B18F-9AA7F6AF3AB0}" presName="spacer" presStyleCnt="0"/>
      <dgm:spPr/>
    </dgm:pt>
    <dgm:pt modelId="{E972B631-4170-0A47-8D7F-1B692BD5DF78}" type="pres">
      <dgm:prSet presAssocID="{3E74CFEE-21E7-47CE-9BF1-990450A6493C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7578333E-1F50-EF44-9BEE-9D1AB4A30451}" type="pres">
      <dgm:prSet presAssocID="{9182BCF5-84FD-481E-B232-B80353FBFCBD}" presName="spacer" presStyleCnt="0"/>
      <dgm:spPr/>
    </dgm:pt>
    <dgm:pt modelId="{530005DF-C0D0-5A47-BD54-53EF68039C24}" type="pres">
      <dgm:prSet presAssocID="{83A9350F-9089-40CD-95E1-D9254F72630A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202F90AA-48E7-0848-B3CC-DB30DE779E90}" type="pres">
      <dgm:prSet presAssocID="{365D0A2E-9EF9-45FE-BC84-4DFFC6FB9AB6}" presName="spacer" presStyleCnt="0"/>
      <dgm:spPr/>
    </dgm:pt>
    <dgm:pt modelId="{70CF33F9-A7A8-F14A-B03F-01975AF83966}" type="pres">
      <dgm:prSet presAssocID="{FFB887A7-28F3-417A-BF8B-AF65D80D1B55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6925FBD2-1024-8342-A319-AB916425BBCA}" type="pres">
      <dgm:prSet presAssocID="{C35FC58F-3FC8-4184-946B-8AC1E9FD6814}" presName="spacer" presStyleCnt="0"/>
      <dgm:spPr/>
    </dgm:pt>
    <dgm:pt modelId="{02193975-7C7C-1D49-9DF8-DF2DB3D1319A}" type="pres">
      <dgm:prSet presAssocID="{7BA99420-3FE0-4CD6-A692-9544E0071B3B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55EEB99A-E416-EA4C-B959-505AA88E7636}" type="pres">
      <dgm:prSet presAssocID="{207F7BBD-6388-4BFE-AC73-8D511BBAF144}" presName="spacer" presStyleCnt="0"/>
      <dgm:spPr/>
    </dgm:pt>
    <dgm:pt modelId="{FEB24FCC-43BF-064F-AAD8-7791F7CEDAE7}" type="pres">
      <dgm:prSet presAssocID="{196E8DC9-FBC6-4C88-9409-2FF994760CE1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9EA15F2F-14E9-4DA9-BD64-9FDCAD6D4E8E}" srcId="{661E67C6-22AF-4708-A9EC-D576D5DDF48A}" destId="{7BA99420-3FE0-4CD6-A692-9544E0071B3B}" srcOrd="4" destOrd="0" parTransId="{8775773F-1F48-4EBC-A13C-EAEE6585FB5F}" sibTransId="{207F7BBD-6388-4BFE-AC73-8D511BBAF144}"/>
    <dgm:cxn modelId="{4A60C933-CC3C-41EB-A43D-B26342CD23CA}" srcId="{661E67C6-22AF-4708-A9EC-D576D5DDF48A}" destId="{83A9350F-9089-40CD-95E1-D9254F72630A}" srcOrd="2" destOrd="0" parTransId="{72157D6B-2C10-49BB-BDD1-C24220955DA1}" sibTransId="{365D0A2E-9EF9-45FE-BC84-4DFFC6FB9AB6}"/>
    <dgm:cxn modelId="{C6DCD446-39AF-C343-B6F5-5BAEC0BA96F1}" type="presOf" srcId="{661E67C6-22AF-4708-A9EC-D576D5DDF48A}" destId="{5FE31D49-300C-0946-9F2C-B810F1AB7DDA}" srcOrd="0" destOrd="0" presId="urn:microsoft.com/office/officeart/2005/8/layout/vList2"/>
    <dgm:cxn modelId="{2458E14D-6E32-4C71-9A76-F70D2551BD2F}" srcId="{661E67C6-22AF-4708-A9EC-D576D5DDF48A}" destId="{3E74CFEE-21E7-47CE-9BF1-990450A6493C}" srcOrd="1" destOrd="0" parTransId="{9D061825-068F-450A-8E05-CDC94CF6418C}" sibTransId="{9182BCF5-84FD-481E-B232-B80353FBFCBD}"/>
    <dgm:cxn modelId="{DD25D64E-7CDD-6D4B-B2E6-3EA34D5269BC}" type="presOf" srcId="{FFB887A7-28F3-417A-BF8B-AF65D80D1B55}" destId="{70CF33F9-A7A8-F14A-B03F-01975AF83966}" srcOrd="0" destOrd="0" presId="urn:microsoft.com/office/officeart/2005/8/layout/vList2"/>
    <dgm:cxn modelId="{695ECC8C-56FD-461B-834A-718502597F0D}" srcId="{661E67C6-22AF-4708-A9EC-D576D5DDF48A}" destId="{FFB887A7-28F3-417A-BF8B-AF65D80D1B55}" srcOrd="3" destOrd="0" parTransId="{D690B610-7937-4052-81B4-BB36196BE983}" sibTransId="{C35FC58F-3FC8-4184-946B-8AC1E9FD6814}"/>
    <dgm:cxn modelId="{E9F0C895-9064-DB40-B226-9ED56DA34F9E}" type="presOf" srcId="{196E8DC9-FBC6-4C88-9409-2FF994760CE1}" destId="{FEB24FCC-43BF-064F-AAD8-7791F7CEDAE7}" srcOrd="0" destOrd="0" presId="urn:microsoft.com/office/officeart/2005/8/layout/vList2"/>
    <dgm:cxn modelId="{807B639D-1192-0845-941F-D459FE94DDE0}" type="presOf" srcId="{42629875-4FAE-40D6-B6F6-FC882443566A}" destId="{CC485E2B-46E5-C44F-A42A-E1C93846FD85}" srcOrd="0" destOrd="0" presId="urn:microsoft.com/office/officeart/2005/8/layout/vList2"/>
    <dgm:cxn modelId="{A7CF10A3-022A-4528-B27D-DE5B28D3E4EF}" srcId="{661E67C6-22AF-4708-A9EC-D576D5DDF48A}" destId="{42629875-4FAE-40D6-B6F6-FC882443566A}" srcOrd="0" destOrd="0" parTransId="{B905DB72-DCE0-454F-82C1-26FD72621364}" sibTransId="{276F074B-D762-4C85-B18F-9AA7F6AF3AB0}"/>
    <dgm:cxn modelId="{482BB8A9-9656-463B-8C5D-CE12E38E54CB}" srcId="{661E67C6-22AF-4708-A9EC-D576D5DDF48A}" destId="{196E8DC9-FBC6-4C88-9409-2FF994760CE1}" srcOrd="5" destOrd="0" parTransId="{7A2AC260-A902-4FA9-B496-7367BEE835AE}" sibTransId="{F08E6583-6485-4F00-B570-B6F9F303C487}"/>
    <dgm:cxn modelId="{B209B6B1-22FA-6149-A9D5-5B5906A37161}" type="presOf" srcId="{83A9350F-9089-40CD-95E1-D9254F72630A}" destId="{530005DF-C0D0-5A47-BD54-53EF68039C24}" srcOrd="0" destOrd="0" presId="urn:microsoft.com/office/officeart/2005/8/layout/vList2"/>
    <dgm:cxn modelId="{0097C3DB-CB98-7D41-ACD6-94731056FF1D}" type="presOf" srcId="{7BA99420-3FE0-4CD6-A692-9544E0071B3B}" destId="{02193975-7C7C-1D49-9DF8-DF2DB3D1319A}" srcOrd="0" destOrd="0" presId="urn:microsoft.com/office/officeart/2005/8/layout/vList2"/>
    <dgm:cxn modelId="{085DEAED-5C74-7149-B6AE-FAF9C23A7A45}" type="presOf" srcId="{3E74CFEE-21E7-47CE-9BF1-990450A6493C}" destId="{E972B631-4170-0A47-8D7F-1B692BD5DF78}" srcOrd="0" destOrd="0" presId="urn:microsoft.com/office/officeart/2005/8/layout/vList2"/>
    <dgm:cxn modelId="{624D82CC-4547-DB4F-92E1-F46B6C047694}" type="presParOf" srcId="{5FE31D49-300C-0946-9F2C-B810F1AB7DDA}" destId="{CC485E2B-46E5-C44F-A42A-E1C93846FD85}" srcOrd="0" destOrd="0" presId="urn:microsoft.com/office/officeart/2005/8/layout/vList2"/>
    <dgm:cxn modelId="{629B9A88-409E-CC45-8F1E-812DDDF89E72}" type="presParOf" srcId="{5FE31D49-300C-0946-9F2C-B810F1AB7DDA}" destId="{A0EAD8EF-F710-CD4D-9D8E-40E62B11E2E8}" srcOrd="1" destOrd="0" presId="urn:microsoft.com/office/officeart/2005/8/layout/vList2"/>
    <dgm:cxn modelId="{F17A1F57-0AD9-574E-9F5D-46B7FF55DBAD}" type="presParOf" srcId="{5FE31D49-300C-0946-9F2C-B810F1AB7DDA}" destId="{E972B631-4170-0A47-8D7F-1B692BD5DF78}" srcOrd="2" destOrd="0" presId="urn:microsoft.com/office/officeart/2005/8/layout/vList2"/>
    <dgm:cxn modelId="{25E80D99-11B8-A540-9579-1882150CCE4D}" type="presParOf" srcId="{5FE31D49-300C-0946-9F2C-B810F1AB7DDA}" destId="{7578333E-1F50-EF44-9BEE-9D1AB4A30451}" srcOrd="3" destOrd="0" presId="urn:microsoft.com/office/officeart/2005/8/layout/vList2"/>
    <dgm:cxn modelId="{FF69BE61-7429-E94B-960C-7413FB719551}" type="presParOf" srcId="{5FE31D49-300C-0946-9F2C-B810F1AB7DDA}" destId="{530005DF-C0D0-5A47-BD54-53EF68039C24}" srcOrd="4" destOrd="0" presId="urn:microsoft.com/office/officeart/2005/8/layout/vList2"/>
    <dgm:cxn modelId="{53D6822D-2ACA-4548-9CD4-EE290ED7D57D}" type="presParOf" srcId="{5FE31D49-300C-0946-9F2C-B810F1AB7DDA}" destId="{202F90AA-48E7-0848-B3CC-DB30DE779E90}" srcOrd="5" destOrd="0" presId="urn:microsoft.com/office/officeart/2005/8/layout/vList2"/>
    <dgm:cxn modelId="{3997960C-9197-EC43-B12A-8AFCE7A1AFC8}" type="presParOf" srcId="{5FE31D49-300C-0946-9F2C-B810F1AB7DDA}" destId="{70CF33F9-A7A8-F14A-B03F-01975AF83966}" srcOrd="6" destOrd="0" presId="urn:microsoft.com/office/officeart/2005/8/layout/vList2"/>
    <dgm:cxn modelId="{06673077-75F3-3048-952B-B71D28CB3A3A}" type="presParOf" srcId="{5FE31D49-300C-0946-9F2C-B810F1AB7DDA}" destId="{6925FBD2-1024-8342-A319-AB916425BBCA}" srcOrd="7" destOrd="0" presId="urn:microsoft.com/office/officeart/2005/8/layout/vList2"/>
    <dgm:cxn modelId="{7ED7F082-F870-5C43-BFE3-1C46B31BD3C1}" type="presParOf" srcId="{5FE31D49-300C-0946-9F2C-B810F1AB7DDA}" destId="{02193975-7C7C-1D49-9DF8-DF2DB3D1319A}" srcOrd="8" destOrd="0" presId="urn:microsoft.com/office/officeart/2005/8/layout/vList2"/>
    <dgm:cxn modelId="{0B39C6E9-779E-7D4C-AE65-60B8B53C04E1}" type="presParOf" srcId="{5FE31D49-300C-0946-9F2C-B810F1AB7DDA}" destId="{55EEB99A-E416-EA4C-B959-505AA88E7636}" srcOrd="9" destOrd="0" presId="urn:microsoft.com/office/officeart/2005/8/layout/vList2"/>
    <dgm:cxn modelId="{A013C8A5-C463-7841-9791-06BD06E0473C}" type="presParOf" srcId="{5FE31D49-300C-0946-9F2C-B810F1AB7DDA}" destId="{FEB24FCC-43BF-064F-AAD8-7791F7CEDAE7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9756DB8-C6A9-4C85-9D2B-3769C544A42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A3B9329-476A-46E7-B795-D4D93B744ED2}">
      <dgm:prSet/>
      <dgm:spPr/>
      <dgm:t>
        <a:bodyPr/>
        <a:lstStyle/>
        <a:p>
          <a:r>
            <a:rPr lang="en-US" dirty="0"/>
            <a:t>1. User Service – manages users (Customer, Admin, Rider).</a:t>
          </a:r>
        </a:p>
      </dgm:t>
    </dgm:pt>
    <dgm:pt modelId="{76C74C33-9C92-4ABF-A2D5-A5A9624CF0B4}" type="parTrans" cxnId="{2714E3C5-BD82-42DE-BC67-F4ED2848F012}">
      <dgm:prSet/>
      <dgm:spPr/>
      <dgm:t>
        <a:bodyPr/>
        <a:lstStyle/>
        <a:p>
          <a:endParaRPr lang="en-US"/>
        </a:p>
      </dgm:t>
    </dgm:pt>
    <dgm:pt modelId="{4024CE8C-C459-4723-A7FC-9742A3574268}" type="sibTrans" cxnId="{2714E3C5-BD82-42DE-BC67-F4ED2848F012}">
      <dgm:prSet/>
      <dgm:spPr/>
      <dgm:t>
        <a:bodyPr/>
        <a:lstStyle/>
        <a:p>
          <a:endParaRPr lang="en-US"/>
        </a:p>
      </dgm:t>
    </dgm:pt>
    <dgm:pt modelId="{8D759A56-D7FF-430E-AA13-1EE2A98C0E7D}">
      <dgm:prSet/>
      <dgm:spPr/>
      <dgm:t>
        <a:bodyPr/>
        <a:lstStyle/>
        <a:p>
          <a:r>
            <a:rPr lang="en-US" dirty="0"/>
            <a:t>2. Menu Service – maintains Nigerian dishes and prices.</a:t>
          </a:r>
        </a:p>
      </dgm:t>
    </dgm:pt>
    <dgm:pt modelId="{DD4F13B1-43F9-47C0-8499-FE7F268501BC}" type="parTrans" cxnId="{C63E60F5-98F0-4163-8D4C-6A5426E461E6}">
      <dgm:prSet/>
      <dgm:spPr/>
      <dgm:t>
        <a:bodyPr/>
        <a:lstStyle/>
        <a:p>
          <a:endParaRPr lang="en-US"/>
        </a:p>
      </dgm:t>
    </dgm:pt>
    <dgm:pt modelId="{95814B67-059E-41C3-A2C1-6CE0D4412997}" type="sibTrans" cxnId="{C63E60F5-98F0-4163-8D4C-6A5426E461E6}">
      <dgm:prSet/>
      <dgm:spPr/>
      <dgm:t>
        <a:bodyPr/>
        <a:lstStyle/>
        <a:p>
          <a:endParaRPr lang="en-US"/>
        </a:p>
      </dgm:t>
    </dgm:pt>
    <dgm:pt modelId="{73B3CA5D-A09C-455D-9DFD-7F80446BEFCF}">
      <dgm:prSet/>
      <dgm:spPr/>
      <dgm:t>
        <a:bodyPr/>
        <a:lstStyle/>
        <a:p>
          <a:r>
            <a:rPr lang="en-US" dirty="0"/>
            <a:t>3. Order Service – handles order creation and payment.</a:t>
          </a:r>
        </a:p>
      </dgm:t>
    </dgm:pt>
    <dgm:pt modelId="{F334B55A-8D71-4611-ADF8-E6033DD6CF1D}" type="parTrans" cxnId="{3E927F8C-098C-4C99-A4C7-0A23180A156F}">
      <dgm:prSet/>
      <dgm:spPr/>
      <dgm:t>
        <a:bodyPr/>
        <a:lstStyle/>
        <a:p>
          <a:endParaRPr lang="en-US"/>
        </a:p>
      </dgm:t>
    </dgm:pt>
    <dgm:pt modelId="{69B9FF45-8C08-4AF8-A405-71A1CB78AFB8}" type="sibTrans" cxnId="{3E927F8C-098C-4C99-A4C7-0A23180A156F}">
      <dgm:prSet/>
      <dgm:spPr/>
      <dgm:t>
        <a:bodyPr/>
        <a:lstStyle/>
        <a:p>
          <a:endParaRPr lang="en-US"/>
        </a:p>
      </dgm:t>
    </dgm:pt>
    <dgm:pt modelId="{6E3DD758-C171-4F19-A4DE-0A039192E8EB}">
      <dgm:prSet/>
      <dgm:spPr/>
      <dgm:t>
        <a:bodyPr/>
        <a:lstStyle/>
        <a:p>
          <a:r>
            <a:rPr lang="en-US" dirty="0"/>
            <a:t>4. Delivery Service – manages riders and delivery tracking.</a:t>
          </a:r>
        </a:p>
      </dgm:t>
    </dgm:pt>
    <dgm:pt modelId="{21ADB14D-B316-41E7-A812-C99E2B50D094}" type="parTrans" cxnId="{BFFFA1CC-676C-40AF-AD45-C22566066482}">
      <dgm:prSet/>
      <dgm:spPr/>
      <dgm:t>
        <a:bodyPr/>
        <a:lstStyle/>
        <a:p>
          <a:endParaRPr lang="en-US"/>
        </a:p>
      </dgm:t>
    </dgm:pt>
    <dgm:pt modelId="{4E92C38E-D512-496D-A96B-59F556711D43}" type="sibTrans" cxnId="{BFFFA1CC-676C-40AF-AD45-C22566066482}">
      <dgm:prSet/>
      <dgm:spPr/>
      <dgm:t>
        <a:bodyPr/>
        <a:lstStyle/>
        <a:p>
          <a:endParaRPr lang="en-US"/>
        </a:p>
      </dgm:t>
    </dgm:pt>
    <dgm:pt modelId="{5C79DE4D-05A6-4857-89D2-1DE1BD2FC682}">
      <dgm:prSet/>
      <dgm:spPr/>
      <dgm:t>
        <a:bodyPr/>
        <a:lstStyle/>
        <a:p>
          <a:r>
            <a:rPr lang="en-US" dirty="0"/>
            <a:t>5. Notification Service – sends push notifications.</a:t>
          </a:r>
        </a:p>
      </dgm:t>
    </dgm:pt>
    <dgm:pt modelId="{07A30D4D-2434-4E2E-8E5A-F97C522FC7DF}" type="parTrans" cxnId="{96A7B624-59D3-4163-9055-D52FDA34E67B}">
      <dgm:prSet/>
      <dgm:spPr/>
      <dgm:t>
        <a:bodyPr/>
        <a:lstStyle/>
        <a:p>
          <a:endParaRPr lang="en-US"/>
        </a:p>
      </dgm:t>
    </dgm:pt>
    <dgm:pt modelId="{49C1CED5-28A7-465B-BE5E-F172FEBE0F85}" type="sibTrans" cxnId="{96A7B624-59D3-4163-9055-D52FDA34E67B}">
      <dgm:prSet/>
      <dgm:spPr/>
      <dgm:t>
        <a:bodyPr/>
        <a:lstStyle/>
        <a:p>
          <a:endParaRPr lang="en-US"/>
        </a:p>
      </dgm:t>
    </dgm:pt>
    <dgm:pt modelId="{80CABBFA-F49A-3242-912A-92B24D5CB74B}" type="pres">
      <dgm:prSet presAssocID="{19756DB8-C6A9-4C85-9D2B-3769C544A42D}" presName="linear" presStyleCnt="0">
        <dgm:presLayoutVars>
          <dgm:animLvl val="lvl"/>
          <dgm:resizeHandles val="exact"/>
        </dgm:presLayoutVars>
      </dgm:prSet>
      <dgm:spPr/>
    </dgm:pt>
    <dgm:pt modelId="{10353CF3-4174-5E49-9B8D-8E6F05CF80DC}" type="pres">
      <dgm:prSet presAssocID="{EA3B9329-476A-46E7-B795-D4D93B744ED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74EFC1B-1FC5-2B47-BA5F-47C132264AD7}" type="pres">
      <dgm:prSet presAssocID="{4024CE8C-C459-4723-A7FC-9742A3574268}" presName="spacer" presStyleCnt="0"/>
      <dgm:spPr/>
    </dgm:pt>
    <dgm:pt modelId="{16F91B53-F455-C243-8668-61DA5538B09F}" type="pres">
      <dgm:prSet presAssocID="{8D759A56-D7FF-430E-AA13-1EE2A98C0E7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0C554D2-7F6C-D94A-B65E-5427E75AA967}" type="pres">
      <dgm:prSet presAssocID="{95814B67-059E-41C3-A2C1-6CE0D4412997}" presName="spacer" presStyleCnt="0"/>
      <dgm:spPr/>
    </dgm:pt>
    <dgm:pt modelId="{5DB8E8A4-B178-8B46-B449-0ABBBAC697B9}" type="pres">
      <dgm:prSet presAssocID="{73B3CA5D-A09C-455D-9DFD-7F80446BEFC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D96D3F0E-A36C-F140-94F8-5F411219FF15}" type="pres">
      <dgm:prSet presAssocID="{69B9FF45-8C08-4AF8-A405-71A1CB78AFB8}" presName="spacer" presStyleCnt="0"/>
      <dgm:spPr/>
    </dgm:pt>
    <dgm:pt modelId="{A1B7873E-3177-904F-AADE-B593AA2F82B4}" type="pres">
      <dgm:prSet presAssocID="{6E3DD758-C171-4F19-A4DE-0A039192E8E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8C73364-B8E6-6041-9C26-23302731B5E7}" type="pres">
      <dgm:prSet presAssocID="{4E92C38E-D512-496D-A96B-59F556711D43}" presName="spacer" presStyleCnt="0"/>
      <dgm:spPr/>
    </dgm:pt>
    <dgm:pt modelId="{211F7CA1-F760-BE43-B4D4-A9FB02068E49}" type="pres">
      <dgm:prSet presAssocID="{5C79DE4D-05A6-4857-89D2-1DE1BD2FC682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AA950C14-8264-A244-BCD3-C1011FAB31F8}" type="presOf" srcId="{6E3DD758-C171-4F19-A4DE-0A039192E8EB}" destId="{A1B7873E-3177-904F-AADE-B593AA2F82B4}" srcOrd="0" destOrd="0" presId="urn:microsoft.com/office/officeart/2005/8/layout/vList2"/>
    <dgm:cxn modelId="{96A7B624-59D3-4163-9055-D52FDA34E67B}" srcId="{19756DB8-C6A9-4C85-9D2B-3769C544A42D}" destId="{5C79DE4D-05A6-4857-89D2-1DE1BD2FC682}" srcOrd="4" destOrd="0" parTransId="{07A30D4D-2434-4E2E-8E5A-F97C522FC7DF}" sibTransId="{49C1CED5-28A7-465B-BE5E-F172FEBE0F85}"/>
    <dgm:cxn modelId="{23A9024B-3925-A242-B0F8-9F56DD8E63E2}" type="presOf" srcId="{5C79DE4D-05A6-4857-89D2-1DE1BD2FC682}" destId="{211F7CA1-F760-BE43-B4D4-A9FB02068E49}" srcOrd="0" destOrd="0" presId="urn:microsoft.com/office/officeart/2005/8/layout/vList2"/>
    <dgm:cxn modelId="{3CC70658-A560-6A49-AFE6-09092EBB59E6}" type="presOf" srcId="{EA3B9329-476A-46E7-B795-D4D93B744ED2}" destId="{10353CF3-4174-5E49-9B8D-8E6F05CF80DC}" srcOrd="0" destOrd="0" presId="urn:microsoft.com/office/officeart/2005/8/layout/vList2"/>
    <dgm:cxn modelId="{3E927F8C-098C-4C99-A4C7-0A23180A156F}" srcId="{19756DB8-C6A9-4C85-9D2B-3769C544A42D}" destId="{73B3CA5D-A09C-455D-9DFD-7F80446BEFCF}" srcOrd="2" destOrd="0" parTransId="{F334B55A-8D71-4611-ADF8-E6033DD6CF1D}" sibTransId="{69B9FF45-8C08-4AF8-A405-71A1CB78AFB8}"/>
    <dgm:cxn modelId="{78F7D2BA-69CA-C744-B00B-31359218989A}" type="presOf" srcId="{19756DB8-C6A9-4C85-9D2B-3769C544A42D}" destId="{80CABBFA-F49A-3242-912A-92B24D5CB74B}" srcOrd="0" destOrd="0" presId="urn:microsoft.com/office/officeart/2005/8/layout/vList2"/>
    <dgm:cxn modelId="{30F933C4-89BB-FA4C-9D09-D1927420AD73}" type="presOf" srcId="{73B3CA5D-A09C-455D-9DFD-7F80446BEFCF}" destId="{5DB8E8A4-B178-8B46-B449-0ABBBAC697B9}" srcOrd="0" destOrd="0" presId="urn:microsoft.com/office/officeart/2005/8/layout/vList2"/>
    <dgm:cxn modelId="{2714E3C5-BD82-42DE-BC67-F4ED2848F012}" srcId="{19756DB8-C6A9-4C85-9D2B-3769C544A42D}" destId="{EA3B9329-476A-46E7-B795-D4D93B744ED2}" srcOrd="0" destOrd="0" parTransId="{76C74C33-9C92-4ABF-A2D5-A5A9624CF0B4}" sibTransId="{4024CE8C-C459-4723-A7FC-9742A3574268}"/>
    <dgm:cxn modelId="{BFFFA1CC-676C-40AF-AD45-C22566066482}" srcId="{19756DB8-C6A9-4C85-9D2B-3769C544A42D}" destId="{6E3DD758-C171-4F19-A4DE-0A039192E8EB}" srcOrd="3" destOrd="0" parTransId="{21ADB14D-B316-41E7-A812-C99E2B50D094}" sibTransId="{4E92C38E-D512-496D-A96B-59F556711D43}"/>
    <dgm:cxn modelId="{7BDB54D7-A66A-2749-9603-2E645AABC414}" type="presOf" srcId="{8D759A56-D7FF-430E-AA13-1EE2A98C0E7D}" destId="{16F91B53-F455-C243-8668-61DA5538B09F}" srcOrd="0" destOrd="0" presId="urn:microsoft.com/office/officeart/2005/8/layout/vList2"/>
    <dgm:cxn modelId="{C63E60F5-98F0-4163-8D4C-6A5426E461E6}" srcId="{19756DB8-C6A9-4C85-9D2B-3769C544A42D}" destId="{8D759A56-D7FF-430E-AA13-1EE2A98C0E7D}" srcOrd="1" destOrd="0" parTransId="{DD4F13B1-43F9-47C0-8499-FE7F268501BC}" sibTransId="{95814B67-059E-41C3-A2C1-6CE0D4412997}"/>
    <dgm:cxn modelId="{E5ACE2D8-F3D5-234A-9DD9-A78ABA5C55CD}" type="presParOf" srcId="{80CABBFA-F49A-3242-912A-92B24D5CB74B}" destId="{10353CF3-4174-5E49-9B8D-8E6F05CF80DC}" srcOrd="0" destOrd="0" presId="urn:microsoft.com/office/officeart/2005/8/layout/vList2"/>
    <dgm:cxn modelId="{C6DF1D34-B300-8D44-BDA0-326D3F071A63}" type="presParOf" srcId="{80CABBFA-F49A-3242-912A-92B24D5CB74B}" destId="{674EFC1B-1FC5-2B47-BA5F-47C132264AD7}" srcOrd="1" destOrd="0" presId="urn:microsoft.com/office/officeart/2005/8/layout/vList2"/>
    <dgm:cxn modelId="{C8938EB5-03A1-4D44-9D0D-B40C441CC9E9}" type="presParOf" srcId="{80CABBFA-F49A-3242-912A-92B24D5CB74B}" destId="{16F91B53-F455-C243-8668-61DA5538B09F}" srcOrd="2" destOrd="0" presId="urn:microsoft.com/office/officeart/2005/8/layout/vList2"/>
    <dgm:cxn modelId="{9D425173-15B3-9A41-BBB8-2B311EC3216B}" type="presParOf" srcId="{80CABBFA-F49A-3242-912A-92B24D5CB74B}" destId="{50C554D2-7F6C-D94A-B65E-5427E75AA967}" srcOrd="3" destOrd="0" presId="urn:microsoft.com/office/officeart/2005/8/layout/vList2"/>
    <dgm:cxn modelId="{D33673D9-E5DA-C241-A1D9-0B8A421F8330}" type="presParOf" srcId="{80CABBFA-F49A-3242-912A-92B24D5CB74B}" destId="{5DB8E8A4-B178-8B46-B449-0ABBBAC697B9}" srcOrd="4" destOrd="0" presId="urn:microsoft.com/office/officeart/2005/8/layout/vList2"/>
    <dgm:cxn modelId="{169D83B3-0BE2-CD4E-8A3A-474253AE7F37}" type="presParOf" srcId="{80CABBFA-F49A-3242-912A-92B24D5CB74B}" destId="{D96D3F0E-A36C-F140-94F8-5F411219FF15}" srcOrd="5" destOrd="0" presId="urn:microsoft.com/office/officeart/2005/8/layout/vList2"/>
    <dgm:cxn modelId="{ADAD428D-BB81-524A-9049-89248F5285BE}" type="presParOf" srcId="{80CABBFA-F49A-3242-912A-92B24D5CB74B}" destId="{A1B7873E-3177-904F-AADE-B593AA2F82B4}" srcOrd="6" destOrd="0" presId="urn:microsoft.com/office/officeart/2005/8/layout/vList2"/>
    <dgm:cxn modelId="{0B78A477-8E98-8F4A-9372-C4198AA3B9A2}" type="presParOf" srcId="{80CABBFA-F49A-3242-912A-92B24D5CB74B}" destId="{58C73364-B8E6-6041-9C26-23302731B5E7}" srcOrd="7" destOrd="0" presId="urn:microsoft.com/office/officeart/2005/8/layout/vList2"/>
    <dgm:cxn modelId="{C0DDB939-A7A1-164B-B992-F38673AAABAE}" type="presParOf" srcId="{80CABBFA-F49A-3242-912A-92B24D5CB74B}" destId="{211F7CA1-F760-BE43-B4D4-A9FB02068E4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A9795DC-185B-4DA9-9E57-F7920B3B2CE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9979C24-72CC-486A-9089-5F6B679D6D90}">
      <dgm:prSet/>
      <dgm:spPr/>
      <dgm:t>
        <a:bodyPr/>
        <a:lstStyle/>
        <a:p>
          <a:r>
            <a:rPr lang="en-US" dirty="0"/>
            <a:t>Afropot uses a modular microservice-based architecture.</a:t>
          </a:r>
        </a:p>
      </dgm:t>
    </dgm:pt>
    <dgm:pt modelId="{80EC33F6-BCC3-491D-8C0A-67208A7D933C}" type="parTrans" cxnId="{B930F99F-06BC-445E-AF44-8152BAD29210}">
      <dgm:prSet/>
      <dgm:spPr/>
      <dgm:t>
        <a:bodyPr/>
        <a:lstStyle/>
        <a:p>
          <a:endParaRPr lang="en-US"/>
        </a:p>
      </dgm:t>
    </dgm:pt>
    <dgm:pt modelId="{D2230371-7A92-40AA-BD0E-93D068CC82DD}" type="sibTrans" cxnId="{B930F99F-06BC-445E-AF44-8152BAD29210}">
      <dgm:prSet/>
      <dgm:spPr/>
      <dgm:t>
        <a:bodyPr/>
        <a:lstStyle/>
        <a:p>
          <a:endParaRPr lang="en-US"/>
        </a:p>
      </dgm:t>
    </dgm:pt>
    <dgm:pt modelId="{28DD95A8-30F6-4C4D-A7E5-B1D05401B530}">
      <dgm:prSet/>
      <dgm:spPr/>
      <dgm:t>
        <a:bodyPr/>
        <a:lstStyle/>
        <a:p>
          <a:r>
            <a:rPr lang="en-US" dirty="0"/>
            <a:t>Services communicate via REST APIs and each has its own database.</a:t>
          </a:r>
        </a:p>
      </dgm:t>
    </dgm:pt>
    <dgm:pt modelId="{D307CAF4-5955-4360-B34E-22B01E141CD4}" type="parTrans" cxnId="{3F25B50F-506E-4493-AB2E-D0C10262E23D}">
      <dgm:prSet/>
      <dgm:spPr/>
      <dgm:t>
        <a:bodyPr/>
        <a:lstStyle/>
        <a:p>
          <a:endParaRPr lang="en-US"/>
        </a:p>
      </dgm:t>
    </dgm:pt>
    <dgm:pt modelId="{7FF261F7-A8CF-4D9D-8A09-2B2E52B64B74}" type="sibTrans" cxnId="{3F25B50F-506E-4493-AB2E-D0C10262E23D}">
      <dgm:prSet/>
      <dgm:spPr/>
      <dgm:t>
        <a:bodyPr/>
        <a:lstStyle/>
        <a:p>
          <a:endParaRPr lang="en-US"/>
        </a:p>
      </dgm:t>
    </dgm:pt>
    <dgm:pt modelId="{514D97EF-3F3D-4E63-ABD5-8C1B97A83E17}">
      <dgm:prSet/>
      <dgm:spPr/>
      <dgm:t>
        <a:bodyPr/>
        <a:lstStyle/>
        <a:p>
          <a:r>
            <a:rPr lang="en-US" dirty="0"/>
            <a:t>The Android app interacts securely with the backend APIs through HTTP.</a:t>
          </a:r>
        </a:p>
      </dgm:t>
    </dgm:pt>
    <dgm:pt modelId="{104C26C9-49DF-4AF6-A538-4C9BC16583D1}" type="parTrans" cxnId="{895F64F2-D849-4530-B3EF-7CEE8BED50BC}">
      <dgm:prSet/>
      <dgm:spPr/>
      <dgm:t>
        <a:bodyPr/>
        <a:lstStyle/>
        <a:p>
          <a:endParaRPr lang="en-US"/>
        </a:p>
      </dgm:t>
    </dgm:pt>
    <dgm:pt modelId="{460D9DC5-2769-4F11-87BA-C25CA5772DC9}" type="sibTrans" cxnId="{895F64F2-D849-4530-B3EF-7CEE8BED50BC}">
      <dgm:prSet/>
      <dgm:spPr/>
      <dgm:t>
        <a:bodyPr/>
        <a:lstStyle/>
        <a:p>
          <a:endParaRPr lang="en-US"/>
        </a:p>
      </dgm:t>
    </dgm:pt>
    <dgm:pt modelId="{A7BD8BC9-0FB7-413D-8BBD-BA6EB03A7001}">
      <dgm:prSet/>
      <dgm:spPr/>
      <dgm:t>
        <a:bodyPr/>
        <a:lstStyle/>
        <a:p>
          <a:r>
            <a:rPr lang="en-US" dirty="0"/>
            <a:t>Architecture Example:</a:t>
          </a:r>
        </a:p>
      </dgm:t>
    </dgm:pt>
    <dgm:pt modelId="{C51AAA16-89EE-44A4-8714-FC91FF628001}" type="parTrans" cxnId="{D2DB90C8-7C6F-4843-9D3E-8B3868DEFA98}">
      <dgm:prSet/>
      <dgm:spPr/>
      <dgm:t>
        <a:bodyPr/>
        <a:lstStyle/>
        <a:p>
          <a:endParaRPr lang="en-US"/>
        </a:p>
      </dgm:t>
    </dgm:pt>
    <dgm:pt modelId="{BC318FD1-2AE3-4322-A8DE-073741D2CBA5}" type="sibTrans" cxnId="{D2DB90C8-7C6F-4843-9D3E-8B3868DEFA98}">
      <dgm:prSet/>
      <dgm:spPr/>
      <dgm:t>
        <a:bodyPr/>
        <a:lstStyle/>
        <a:p>
          <a:endParaRPr lang="en-US"/>
        </a:p>
      </dgm:t>
    </dgm:pt>
    <dgm:pt modelId="{3C5F459D-BB1A-4E9A-90C5-873D9B48FED5}">
      <dgm:prSet/>
      <dgm:spPr/>
      <dgm:t>
        <a:bodyPr/>
        <a:lstStyle/>
        <a:p>
          <a:r>
            <a:rPr lang="en-US" dirty="0"/>
            <a:t>[Android App] → [API Gateway] → [User/Menu/Order/Delivery Services]</a:t>
          </a:r>
        </a:p>
      </dgm:t>
    </dgm:pt>
    <dgm:pt modelId="{EF48931F-25BA-4FBD-8A5D-13B202EA80BD}" type="parTrans" cxnId="{A0DE9B29-4291-4956-9D16-1F3C24E9A71A}">
      <dgm:prSet/>
      <dgm:spPr/>
      <dgm:t>
        <a:bodyPr/>
        <a:lstStyle/>
        <a:p>
          <a:endParaRPr lang="en-US"/>
        </a:p>
      </dgm:t>
    </dgm:pt>
    <dgm:pt modelId="{C0BC2B06-9D29-4780-941B-F26168E33BAB}" type="sibTrans" cxnId="{A0DE9B29-4291-4956-9D16-1F3C24E9A71A}">
      <dgm:prSet/>
      <dgm:spPr/>
      <dgm:t>
        <a:bodyPr/>
        <a:lstStyle/>
        <a:p>
          <a:endParaRPr lang="en-US"/>
        </a:p>
      </dgm:t>
    </dgm:pt>
    <dgm:pt modelId="{C56F5C34-A8C4-6846-AF0E-91ABE206ECDB}" type="pres">
      <dgm:prSet presAssocID="{2A9795DC-185B-4DA9-9E57-F7920B3B2CEA}" presName="linear" presStyleCnt="0">
        <dgm:presLayoutVars>
          <dgm:animLvl val="lvl"/>
          <dgm:resizeHandles val="exact"/>
        </dgm:presLayoutVars>
      </dgm:prSet>
      <dgm:spPr/>
    </dgm:pt>
    <dgm:pt modelId="{5F1DEB73-E6F6-4043-8957-9600C1EE28A9}" type="pres">
      <dgm:prSet presAssocID="{F9979C24-72CC-486A-9089-5F6B679D6D9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548EF65-FC14-9249-AA98-AB90D26E28B6}" type="pres">
      <dgm:prSet presAssocID="{D2230371-7A92-40AA-BD0E-93D068CC82DD}" presName="spacer" presStyleCnt="0"/>
      <dgm:spPr/>
    </dgm:pt>
    <dgm:pt modelId="{7CD5E197-1268-2A4E-AC85-33D9A92E6B4D}" type="pres">
      <dgm:prSet presAssocID="{28DD95A8-30F6-4C4D-A7E5-B1D05401B53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452F08D-00FF-6A4B-8094-3463398CA1C5}" type="pres">
      <dgm:prSet presAssocID="{7FF261F7-A8CF-4D9D-8A09-2B2E52B64B74}" presName="spacer" presStyleCnt="0"/>
      <dgm:spPr/>
    </dgm:pt>
    <dgm:pt modelId="{A23267A9-5AA9-2943-B9C1-92CC6DDB0D83}" type="pres">
      <dgm:prSet presAssocID="{514D97EF-3F3D-4E63-ABD5-8C1B97A83E1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D52685C3-7785-0246-9B22-A65062CF450F}" type="pres">
      <dgm:prSet presAssocID="{460D9DC5-2769-4F11-87BA-C25CA5772DC9}" presName="spacer" presStyleCnt="0"/>
      <dgm:spPr/>
    </dgm:pt>
    <dgm:pt modelId="{E0A18018-3694-8D4F-BA45-D4F1D0167B96}" type="pres">
      <dgm:prSet presAssocID="{A7BD8BC9-0FB7-413D-8BBD-BA6EB03A700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575A6B1-610E-C14D-AF46-3CE0024315FC}" type="pres">
      <dgm:prSet presAssocID="{BC318FD1-2AE3-4322-A8DE-073741D2CBA5}" presName="spacer" presStyleCnt="0"/>
      <dgm:spPr/>
    </dgm:pt>
    <dgm:pt modelId="{5B063757-3F48-A84D-911A-4A6633F8BCEC}" type="pres">
      <dgm:prSet presAssocID="{3C5F459D-BB1A-4E9A-90C5-873D9B48FED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3F25B50F-506E-4493-AB2E-D0C10262E23D}" srcId="{2A9795DC-185B-4DA9-9E57-F7920B3B2CEA}" destId="{28DD95A8-30F6-4C4D-A7E5-B1D05401B530}" srcOrd="1" destOrd="0" parTransId="{D307CAF4-5955-4360-B34E-22B01E141CD4}" sibTransId="{7FF261F7-A8CF-4D9D-8A09-2B2E52B64B74}"/>
    <dgm:cxn modelId="{A0DE9B29-4291-4956-9D16-1F3C24E9A71A}" srcId="{2A9795DC-185B-4DA9-9E57-F7920B3B2CEA}" destId="{3C5F459D-BB1A-4E9A-90C5-873D9B48FED5}" srcOrd="4" destOrd="0" parTransId="{EF48931F-25BA-4FBD-8A5D-13B202EA80BD}" sibTransId="{C0BC2B06-9D29-4780-941B-F26168E33BAB}"/>
    <dgm:cxn modelId="{5C817E48-43C9-A240-852F-616B7A451618}" type="presOf" srcId="{28DD95A8-30F6-4C4D-A7E5-B1D05401B530}" destId="{7CD5E197-1268-2A4E-AC85-33D9A92E6B4D}" srcOrd="0" destOrd="0" presId="urn:microsoft.com/office/officeart/2005/8/layout/vList2"/>
    <dgm:cxn modelId="{6D31EA7E-30A3-6A49-8122-4FC0476E40BD}" type="presOf" srcId="{3C5F459D-BB1A-4E9A-90C5-873D9B48FED5}" destId="{5B063757-3F48-A84D-911A-4A6633F8BCEC}" srcOrd="0" destOrd="0" presId="urn:microsoft.com/office/officeart/2005/8/layout/vList2"/>
    <dgm:cxn modelId="{46CCD385-329C-AC46-9FA9-EF2D06F2663E}" type="presOf" srcId="{514D97EF-3F3D-4E63-ABD5-8C1B97A83E17}" destId="{A23267A9-5AA9-2943-B9C1-92CC6DDB0D83}" srcOrd="0" destOrd="0" presId="urn:microsoft.com/office/officeart/2005/8/layout/vList2"/>
    <dgm:cxn modelId="{33198187-C9B4-0D4C-A1C1-175670964302}" type="presOf" srcId="{2A9795DC-185B-4DA9-9E57-F7920B3B2CEA}" destId="{C56F5C34-A8C4-6846-AF0E-91ABE206ECDB}" srcOrd="0" destOrd="0" presId="urn:microsoft.com/office/officeart/2005/8/layout/vList2"/>
    <dgm:cxn modelId="{B930F99F-06BC-445E-AF44-8152BAD29210}" srcId="{2A9795DC-185B-4DA9-9E57-F7920B3B2CEA}" destId="{F9979C24-72CC-486A-9089-5F6B679D6D90}" srcOrd="0" destOrd="0" parTransId="{80EC33F6-BCC3-491D-8C0A-67208A7D933C}" sibTransId="{D2230371-7A92-40AA-BD0E-93D068CC82DD}"/>
    <dgm:cxn modelId="{2D8638A1-1FB8-E54C-8FD9-31986A412900}" type="presOf" srcId="{A7BD8BC9-0FB7-413D-8BBD-BA6EB03A7001}" destId="{E0A18018-3694-8D4F-BA45-D4F1D0167B96}" srcOrd="0" destOrd="0" presId="urn:microsoft.com/office/officeart/2005/8/layout/vList2"/>
    <dgm:cxn modelId="{669518B9-2292-A848-A21F-799AB293D31B}" type="presOf" srcId="{F9979C24-72CC-486A-9089-5F6B679D6D90}" destId="{5F1DEB73-E6F6-4043-8957-9600C1EE28A9}" srcOrd="0" destOrd="0" presId="urn:microsoft.com/office/officeart/2005/8/layout/vList2"/>
    <dgm:cxn modelId="{D2DB90C8-7C6F-4843-9D3E-8B3868DEFA98}" srcId="{2A9795DC-185B-4DA9-9E57-F7920B3B2CEA}" destId="{A7BD8BC9-0FB7-413D-8BBD-BA6EB03A7001}" srcOrd="3" destOrd="0" parTransId="{C51AAA16-89EE-44A4-8714-FC91FF628001}" sibTransId="{BC318FD1-2AE3-4322-A8DE-073741D2CBA5}"/>
    <dgm:cxn modelId="{895F64F2-D849-4530-B3EF-7CEE8BED50BC}" srcId="{2A9795DC-185B-4DA9-9E57-F7920B3B2CEA}" destId="{514D97EF-3F3D-4E63-ABD5-8C1B97A83E17}" srcOrd="2" destOrd="0" parTransId="{104C26C9-49DF-4AF6-A538-4C9BC16583D1}" sibTransId="{460D9DC5-2769-4F11-87BA-C25CA5772DC9}"/>
    <dgm:cxn modelId="{79AB30B6-C1FA-A640-9C98-B88ACF988EE8}" type="presParOf" srcId="{C56F5C34-A8C4-6846-AF0E-91ABE206ECDB}" destId="{5F1DEB73-E6F6-4043-8957-9600C1EE28A9}" srcOrd="0" destOrd="0" presId="urn:microsoft.com/office/officeart/2005/8/layout/vList2"/>
    <dgm:cxn modelId="{B28C5562-42A1-CA4C-8E03-5EBB37FAC3D0}" type="presParOf" srcId="{C56F5C34-A8C4-6846-AF0E-91ABE206ECDB}" destId="{6548EF65-FC14-9249-AA98-AB90D26E28B6}" srcOrd="1" destOrd="0" presId="urn:microsoft.com/office/officeart/2005/8/layout/vList2"/>
    <dgm:cxn modelId="{7D821DA6-8582-974C-84FE-8F861F45DBB8}" type="presParOf" srcId="{C56F5C34-A8C4-6846-AF0E-91ABE206ECDB}" destId="{7CD5E197-1268-2A4E-AC85-33D9A92E6B4D}" srcOrd="2" destOrd="0" presId="urn:microsoft.com/office/officeart/2005/8/layout/vList2"/>
    <dgm:cxn modelId="{ACEEFEB6-276A-6E46-8A1B-48234A897968}" type="presParOf" srcId="{C56F5C34-A8C4-6846-AF0E-91ABE206ECDB}" destId="{B452F08D-00FF-6A4B-8094-3463398CA1C5}" srcOrd="3" destOrd="0" presId="urn:microsoft.com/office/officeart/2005/8/layout/vList2"/>
    <dgm:cxn modelId="{318FC3CA-A139-C746-A7A5-69CAECA362F1}" type="presParOf" srcId="{C56F5C34-A8C4-6846-AF0E-91ABE206ECDB}" destId="{A23267A9-5AA9-2943-B9C1-92CC6DDB0D83}" srcOrd="4" destOrd="0" presId="urn:microsoft.com/office/officeart/2005/8/layout/vList2"/>
    <dgm:cxn modelId="{0EBC3F8B-637C-684E-857E-AF8E8DF11D80}" type="presParOf" srcId="{C56F5C34-A8C4-6846-AF0E-91ABE206ECDB}" destId="{D52685C3-7785-0246-9B22-A65062CF450F}" srcOrd="5" destOrd="0" presId="urn:microsoft.com/office/officeart/2005/8/layout/vList2"/>
    <dgm:cxn modelId="{8AB19F98-DFD0-8C43-8A71-8B44364B22DB}" type="presParOf" srcId="{C56F5C34-A8C4-6846-AF0E-91ABE206ECDB}" destId="{E0A18018-3694-8D4F-BA45-D4F1D0167B96}" srcOrd="6" destOrd="0" presId="urn:microsoft.com/office/officeart/2005/8/layout/vList2"/>
    <dgm:cxn modelId="{5680EEAB-570A-CD4E-8783-82A98812A86C}" type="presParOf" srcId="{C56F5C34-A8C4-6846-AF0E-91ABE206ECDB}" destId="{7575A6B1-610E-C14D-AF46-3CE0024315FC}" srcOrd="7" destOrd="0" presId="urn:microsoft.com/office/officeart/2005/8/layout/vList2"/>
    <dgm:cxn modelId="{2F5DF369-B3BA-B64D-8A2B-4ED81C53862B}" type="presParOf" srcId="{C56F5C34-A8C4-6846-AF0E-91ABE206ECDB}" destId="{5B063757-3F48-A84D-911A-4A6633F8BCEC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D2117C4-F88F-41E0-BBC7-BB8EFF59C6C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62CC976-8E95-4AE6-ACEB-CA64610BCB58}">
      <dgm:prSet/>
      <dgm:spPr/>
      <dgm:t>
        <a:bodyPr/>
        <a:lstStyle/>
        <a:p>
          <a:r>
            <a:rPr lang="en-US" dirty="0"/>
            <a:t>Actors:</a:t>
          </a:r>
        </a:p>
      </dgm:t>
    </dgm:pt>
    <dgm:pt modelId="{3A241375-CFC9-4504-88CD-9EDB9A110248}" type="parTrans" cxnId="{364DF0E1-1F41-4FB4-B4BD-56C5F8E498E3}">
      <dgm:prSet/>
      <dgm:spPr/>
      <dgm:t>
        <a:bodyPr/>
        <a:lstStyle/>
        <a:p>
          <a:endParaRPr lang="en-US"/>
        </a:p>
      </dgm:t>
    </dgm:pt>
    <dgm:pt modelId="{B6709FE2-F59E-4A1E-ACEF-BF4E754F5F7B}" type="sibTrans" cxnId="{364DF0E1-1F41-4FB4-B4BD-56C5F8E498E3}">
      <dgm:prSet/>
      <dgm:spPr/>
      <dgm:t>
        <a:bodyPr/>
        <a:lstStyle/>
        <a:p>
          <a:endParaRPr lang="en-US"/>
        </a:p>
      </dgm:t>
    </dgm:pt>
    <dgm:pt modelId="{054A6245-E8EF-40B5-BE30-2EF1C7B5A5AD}">
      <dgm:prSet/>
      <dgm:spPr/>
      <dgm:t>
        <a:bodyPr/>
        <a:lstStyle/>
        <a:p>
          <a:r>
            <a:rPr lang="en-US" dirty="0"/>
            <a:t>• Customer – browse dishes, place orders, and track delivery.</a:t>
          </a:r>
        </a:p>
      </dgm:t>
    </dgm:pt>
    <dgm:pt modelId="{3ACD83E8-269A-466F-9FF4-54F30D81391E}" type="parTrans" cxnId="{45935A2B-A69A-4116-AD3B-CE3945F5F6AC}">
      <dgm:prSet/>
      <dgm:spPr/>
      <dgm:t>
        <a:bodyPr/>
        <a:lstStyle/>
        <a:p>
          <a:endParaRPr lang="en-US"/>
        </a:p>
      </dgm:t>
    </dgm:pt>
    <dgm:pt modelId="{27FF5EDA-1BDE-4D98-85C9-85E5D68D64EA}" type="sibTrans" cxnId="{45935A2B-A69A-4116-AD3B-CE3945F5F6AC}">
      <dgm:prSet/>
      <dgm:spPr/>
      <dgm:t>
        <a:bodyPr/>
        <a:lstStyle/>
        <a:p>
          <a:endParaRPr lang="en-US"/>
        </a:p>
      </dgm:t>
    </dgm:pt>
    <dgm:pt modelId="{38E5F744-5A47-4AD3-B88D-81929C0247D6}">
      <dgm:prSet/>
      <dgm:spPr/>
      <dgm:t>
        <a:bodyPr/>
        <a:lstStyle/>
        <a:p>
          <a:r>
            <a:rPr lang="en-US" dirty="0"/>
            <a:t>• Admin – manage menu, orders, and assign riders.</a:t>
          </a:r>
        </a:p>
      </dgm:t>
    </dgm:pt>
    <dgm:pt modelId="{A5F039DD-45F4-4253-AC9F-8B5C4579E189}" type="parTrans" cxnId="{22DE579B-FD89-44DB-82F3-D20FE1C7DEB8}">
      <dgm:prSet/>
      <dgm:spPr/>
      <dgm:t>
        <a:bodyPr/>
        <a:lstStyle/>
        <a:p>
          <a:endParaRPr lang="en-US"/>
        </a:p>
      </dgm:t>
    </dgm:pt>
    <dgm:pt modelId="{42D1BF9C-8164-4A66-9BE5-799593117FFE}" type="sibTrans" cxnId="{22DE579B-FD89-44DB-82F3-D20FE1C7DEB8}">
      <dgm:prSet/>
      <dgm:spPr/>
      <dgm:t>
        <a:bodyPr/>
        <a:lstStyle/>
        <a:p>
          <a:endParaRPr lang="en-US"/>
        </a:p>
      </dgm:t>
    </dgm:pt>
    <dgm:pt modelId="{5E0B57C2-AEF3-4DEC-9F4C-91DF9460F9D3}">
      <dgm:prSet/>
      <dgm:spPr/>
      <dgm:t>
        <a:bodyPr/>
        <a:lstStyle/>
        <a:p>
          <a:r>
            <a:rPr lang="en-US" dirty="0"/>
            <a:t>• Rider – view assigned deliveries and update delivery status.</a:t>
          </a:r>
        </a:p>
      </dgm:t>
    </dgm:pt>
    <dgm:pt modelId="{3C6B7E2B-8D64-4DBB-B573-6A6BC5EB36EC}" type="parTrans" cxnId="{B94FDDA3-A4DA-4D37-932D-8D113B9E5F49}">
      <dgm:prSet/>
      <dgm:spPr/>
      <dgm:t>
        <a:bodyPr/>
        <a:lstStyle/>
        <a:p>
          <a:endParaRPr lang="en-US"/>
        </a:p>
      </dgm:t>
    </dgm:pt>
    <dgm:pt modelId="{069AE71C-3DA4-4032-85D0-9189F827FB90}" type="sibTrans" cxnId="{B94FDDA3-A4DA-4D37-932D-8D113B9E5F49}">
      <dgm:prSet/>
      <dgm:spPr/>
      <dgm:t>
        <a:bodyPr/>
        <a:lstStyle/>
        <a:p>
          <a:endParaRPr lang="en-US"/>
        </a:p>
      </dgm:t>
    </dgm:pt>
    <dgm:pt modelId="{B46E0CF3-0710-4B4F-B03C-06B92783248B}">
      <dgm:prSet/>
      <dgm:spPr/>
      <dgm:t>
        <a:bodyPr/>
        <a:lstStyle/>
        <a:p>
          <a:r>
            <a:rPr lang="en-US" dirty="0"/>
            <a:t>Key Use Cases:</a:t>
          </a:r>
        </a:p>
      </dgm:t>
    </dgm:pt>
    <dgm:pt modelId="{57D4E19A-C3BE-4D60-8F5B-DB3DE2E9FB0C}" type="parTrans" cxnId="{0F56EFF3-4D25-4FC6-8DB7-A1C1E0348D39}">
      <dgm:prSet/>
      <dgm:spPr/>
      <dgm:t>
        <a:bodyPr/>
        <a:lstStyle/>
        <a:p>
          <a:endParaRPr lang="en-US"/>
        </a:p>
      </dgm:t>
    </dgm:pt>
    <dgm:pt modelId="{20607783-3AF6-4285-8951-D309217DD209}" type="sibTrans" cxnId="{0F56EFF3-4D25-4FC6-8DB7-A1C1E0348D39}">
      <dgm:prSet/>
      <dgm:spPr/>
      <dgm:t>
        <a:bodyPr/>
        <a:lstStyle/>
        <a:p>
          <a:endParaRPr lang="en-US"/>
        </a:p>
      </dgm:t>
    </dgm:pt>
    <dgm:pt modelId="{01BB3031-9F63-4B5C-B7E1-CF0A9B1E1A0B}">
      <dgm:prSet/>
      <dgm:spPr/>
      <dgm:t>
        <a:bodyPr/>
        <a:lstStyle/>
        <a:p>
          <a:r>
            <a:rPr lang="en-US" dirty="0"/>
            <a:t>• Browse Menu • Place Order • Track Delivery • Manage Menu • Manage Orders</a:t>
          </a:r>
        </a:p>
      </dgm:t>
    </dgm:pt>
    <dgm:pt modelId="{C5B3BB23-4602-4E4B-9F9C-E785DB2959F0}" type="parTrans" cxnId="{9E7D900D-776E-49DB-9963-689F98783574}">
      <dgm:prSet/>
      <dgm:spPr/>
      <dgm:t>
        <a:bodyPr/>
        <a:lstStyle/>
        <a:p>
          <a:endParaRPr lang="en-US"/>
        </a:p>
      </dgm:t>
    </dgm:pt>
    <dgm:pt modelId="{7A17449A-8467-4C91-B5B4-9E299FBE05B7}" type="sibTrans" cxnId="{9E7D900D-776E-49DB-9963-689F98783574}">
      <dgm:prSet/>
      <dgm:spPr/>
      <dgm:t>
        <a:bodyPr/>
        <a:lstStyle/>
        <a:p>
          <a:endParaRPr lang="en-US"/>
        </a:p>
      </dgm:t>
    </dgm:pt>
    <dgm:pt modelId="{A2241BF5-9DAF-1F42-8A34-48F349926EFD}" type="pres">
      <dgm:prSet presAssocID="{ED2117C4-F88F-41E0-BBC7-BB8EFF59C6CE}" presName="linear" presStyleCnt="0">
        <dgm:presLayoutVars>
          <dgm:animLvl val="lvl"/>
          <dgm:resizeHandles val="exact"/>
        </dgm:presLayoutVars>
      </dgm:prSet>
      <dgm:spPr/>
    </dgm:pt>
    <dgm:pt modelId="{64345936-F522-244D-A012-194B67352A45}" type="pres">
      <dgm:prSet presAssocID="{962CC976-8E95-4AE6-ACEB-CA64610BCB58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60E6CB1C-632F-B146-ACE7-C8DCED866405}" type="pres">
      <dgm:prSet presAssocID="{B6709FE2-F59E-4A1E-ACEF-BF4E754F5F7B}" presName="spacer" presStyleCnt="0"/>
      <dgm:spPr/>
    </dgm:pt>
    <dgm:pt modelId="{3AAB3F3D-B828-7043-BC16-3F0B94F98CE4}" type="pres">
      <dgm:prSet presAssocID="{054A6245-E8EF-40B5-BE30-2EF1C7B5A5AD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98A63BFE-A62F-CA4A-97CD-56C28E1D0BDE}" type="pres">
      <dgm:prSet presAssocID="{27FF5EDA-1BDE-4D98-85C9-85E5D68D64EA}" presName="spacer" presStyleCnt="0"/>
      <dgm:spPr/>
    </dgm:pt>
    <dgm:pt modelId="{9284F078-9806-0B42-9BAE-731F0FCDD0A8}" type="pres">
      <dgm:prSet presAssocID="{38E5F744-5A47-4AD3-B88D-81929C0247D6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024883C9-1516-DC41-A38C-954232BB93C4}" type="pres">
      <dgm:prSet presAssocID="{42D1BF9C-8164-4A66-9BE5-799593117FFE}" presName="spacer" presStyleCnt="0"/>
      <dgm:spPr/>
    </dgm:pt>
    <dgm:pt modelId="{3645EE23-455E-B44B-B971-FE55983C6F2F}" type="pres">
      <dgm:prSet presAssocID="{5E0B57C2-AEF3-4DEC-9F4C-91DF9460F9D3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731F5CE7-FFB5-8345-AFB2-785A84422F3D}" type="pres">
      <dgm:prSet presAssocID="{069AE71C-3DA4-4032-85D0-9189F827FB90}" presName="spacer" presStyleCnt="0"/>
      <dgm:spPr/>
    </dgm:pt>
    <dgm:pt modelId="{B1284479-18E3-9842-9C0E-E39FE4D55FDD}" type="pres">
      <dgm:prSet presAssocID="{B46E0CF3-0710-4B4F-B03C-06B92783248B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82916531-B11E-FE40-BF7F-544B6F2E7B94}" type="pres">
      <dgm:prSet presAssocID="{20607783-3AF6-4285-8951-D309217DD209}" presName="spacer" presStyleCnt="0"/>
      <dgm:spPr/>
    </dgm:pt>
    <dgm:pt modelId="{2D82B7B4-55D9-1241-BA0B-AA4B51A1F26C}" type="pres">
      <dgm:prSet presAssocID="{01BB3031-9F63-4B5C-B7E1-CF0A9B1E1A0B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9E7D900D-776E-49DB-9963-689F98783574}" srcId="{ED2117C4-F88F-41E0-BBC7-BB8EFF59C6CE}" destId="{01BB3031-9F63-4B5C-B7E1-CF0A9B1E1A0B}" srcOrd="5" destOrd="0" parTransId="{C5B3BB23-4602-4E4B-9F9C-E785DB2959F0}" sibTransId="{7A17449A-8467-4C91-B5B4-9E299FBE05B7}"/>
    <dgm:cxn modelId="{45935A2B-A69A-4116-AD3B-CE3945F5F6AC}" srcId="{ED2117C4-F88F-41E0-BBC7-BB8EFF59C6CE}" destId="{054A6245-E8EF-40B5-BE30-2EF1C7B5A5AD}" srcOrd="1" destOrd="0" parTransId="{3ACD83E8-269A-466F-9FF4-54F30D81391E}" sibTransId="{27FF5EDA-1BDE-4D98-85C9-85E5D68D64EA}"/>
    <dgm:cxn modelId="{FF7B5D30-B0F5-BE4E-872E-C8975114A2C2}" type="presOf" srcId="{962CC976-8E95-4AE6-ACEB-CA64610BCB58}" destId="{64345936-F522-244D-A012-194B67352A45}" srcOrd="0" destOrd="0" presId="urn:microsoft.com/office/officeart/2005/8/layout/vList2"/>
    <dgm:cxn modelId="{EC324A46-3E6D-0541-A138-29E3BF35C86A}" type="presOf" srcId="{01BB3031-9F63-4B5C-B7E1-CF0A9B1E1A0B}" destId="{2D82B7B4-55D9-1241-BA0B-AA4B51A1F26C}" srcOrd="0" destOrd="0" presId="urn:microsoft.com/office/officeart/2005/8/layout/vList2"/>
    <dgm:cxn modelId="{A8932353-4163-B74E-B09A-0B291ECE44D3}" type="presOf" srcId="{054A6245-E8EF-40B5-BE30-2EF1C7B5A5AD}" destId="{3AAB3F3D-B828-7043-BC16-3F0B94F98CE4}" srcOrd="0" destOrd="0" presId="urn:microsoft.com/office/officeart/2005/8/layout/vList2"/>
    <dgm:cxn modelId="{22DE579B-FD89-44DB-82F3-D20FE1C7DEB8}" srcId="{ED2117C4-F88F-41E0-BBC7-BB8EFF59C6CE}" destId="{38E5F744-5A47-4AD3-B88D-81929C0247D6}" srcOrd="2" destOrd="0" parTransId="{A5F039DD-45F4-4253-AC9F-8B5C4579E189}" sibTransId="{42D1BF9C-8164-4A66-9BE5-799593117FFE}"/>
    <dgm:cxn modelId="{B94FDDA3-A4DA-4D37-932D-8D113B9E5F49}" srcId="{ED2117C4-F88F-41E0-BBC7-BB8EFF59C6CE}" destId="{5E0B57C2-AEF3-4DEC-9F4C-91DF9460F9D3}" srcOrd="3" destOrd="0" parTransId="{3C6B7E2B-8D64-4DBB-B573-6A6BC5EB36EC}" sibTransId="{069AE71C-3DA4-4032-85D0-9189F827FB90}"/>
    <dgm:cxn modelId="{6A93B5AA-5068-F74B-8BA3-7EFA2959D70F}" type="presOf" srcId="{ED2117C4-F88F-41E0-BBC7-BB8EFF59C6CE}" destId="{A2241BF5-9DAF-1F42-8A34-48F349926EFD}" srcOrd="0" destOrd="0" presId="urn:microsoft.com/office/officeart/2005/8/layout/vList2"/>
    <dgm:cxn modelId="{93DCEDBA-4199-3548-9970-40E81191A810}" type="presOf" srcId="{B46E0CF3-0710-4B4F-B03C-06B92783248B}" destId="{B1284479-18E3-9842-9C0E-E39FE4D55FDD}" srcOrd="0" destOrd="0" presId="urn:microsoft.com/office/officeart/2005/8/layout/vList2"/>
    <dgm:cxn modelId="{3D04E4E0-EDB5-CB44-906C-416FBA4D569B}" type="presOf" srcId="{5E0B57C2-AEF3-4DEC-9F4C-91DF9460F9D3}" destId="{3645EE23-455E-B44B-B971-FE55983C6F2F}" srcOrd="0" destOrd="0" presId="urn:microsoft.com/office/officeart/2005/8/layout/vList2"/>
    <dgm:cxn modelId="{364DF0E1-1F41-4FB4-B4BD-56C5F8E498E3}" srcId="{ED2117C4-F88F-41E0-BBC7-BB8EFF59C6CE}" destId="{962CC976-8E95-4AE6-ACEB-CA64610BCB58}" srcOrd="0" destOrd="0" parTransId="{3A241375-CFC9-4504-88CD-9EDB9A110248}" sibTransId="{B6709FE2-F59E-4A1E-ACEF-BF4E754F5F7B}"/>
    <dgm:cxn modelId="{2C5017F3-7406-5647-9824-26BAA4BF8332}" type="presOf" srcId="{38E5F744-5A47-4AD3-B88D-81929C0247D6}" destId="{9284F078-9806-0B42-9BAE-731F0FCDD0A8}" srcOrd="0" destOrd="0" presId="urn:microsoft.com/office/officeart/2005/8/layout/vList2"/>
    <dgm:cxn modelId="{0F56EFF3-4D25-4FC6-8DB7-A1C1E0348D39}" srcId="{ED2117C4-F88F-41E0-BBC7-BB8EFF59C6CE}" destId="{B46E0CF3-0710-4B4F-B03C-06B92783248B}" srcOrd="4" destOrd="0" parTransId="{57D4E19A-C3BE-4D60-8F5B-DB3DE2E9FB0C}" sibTransId="{20607783-3AF6-4285-8951-D309217DD209}"/>
    <dgm:cxn modelId="{0D07D72F-1115-F045-B2BC-9D0DBBABA22B}" type="presParOf" srcId="{A2241BF5-9DAF-1F42-8A34-48F349926EFD}" destId="{64345936-F522-244D-A012-194B67352A45}" srcOrd="0" destOrd="0" presId="urn:microsoft.com/office/officeart/2005/8/layout/vList2"/>
    <dgm:cxn modelId="{08C6C2AB-81EF-624C-BB6E-D47F72FC2A6F}" type="presParOf" srcId="{A2241BF5-9DAF-1F42-8A34-48F349926EFD}" destId="{60E6CB1C-632F-B146-ACE7-C8DCED866405}" srcOrd="1" destOrd="0" presId="urn:microsoft.com/office/officeart/2005/8/layout/vList2"/>
    <dgm:cxn modelId="{65F7E032-1456-FD43-A596-12652EF60CBA}" type="presParOf" srcId="{A2241BF5-9DAF-1F42-8A34-48F349926EFD}" destId="{3AAB3F3D-B828-7043-BC16-3F0B94F98CE4}" srcOrd="2" destOrd="0" presId="urn:microsoft.com/office/officeart/2005/8/layout/vList2"/>
    <dgm:cxn modelId="{B5C7571B-315D-854B-8051-3C14FF115707}" type="presParOf" srcId="{A2241BF5-9DAF-1F42-8A34-48F349926EFD}" destId="{98A63BFE-A62F-CA4A-97CD-56C28E1D0BDE}" srcOrd="3" destOrd="0" presId="urn:microsoft.com/office/officeart/2005/8/layout/vList2"/>
    <dgm:cxn modelId="{89FCD2AC-C6C9-3340-9EAC-65997F51DFC0}" type="presParOf" srcId="{A2241BF5-9DAF-1F42-8A34-48F349926EFD}" destId="{9284F078-9806-0B42-9BAE-731F0FCDD0A8}" srcOrd="4" destOrd="0" presId="urn:microsoft.com/office/officeart/2005/8/layout/vList2"/>
    <dgm:cxn modelId="{68CDDFFB-DC8B-504B-9F61-AC1AACC95127}" type="presParOf" srcId="{A2241BF5-9DAF-1F42-8A34-48F349926EFD}" destId="{024883C9-1516-DC41-A38C-954232BB93C4}" srcOrd="5" destOrd="0" presId="urn:microsoft.com/office/officeart/2005/8/layout/vList2"/>
    <dgm:cxn modelId="{3468C79E-1C84-FE48-B7F3-58E331BCA154}" type="presParOf" srcId="{A2241BF5-9DAF-1F42-8A34-48F349926EFD}" destId="{3645EE23-455E-B44B-B971-FE55983C6F2F}" srcOrd="6" destOrd="0" presId="urn:microsoft.com/office/officeart/2005/8/layout/vList2"/>
    <dgm:cxn modelId="{EEE09A21-BA68-204E-8375-27C0CC294D89}" type="presParOf" srcId="{A2241BF5-9DAF-1F42-8A34-48F349926EFD}" destId="{731F5CE7-FFB5-8345-AFB2-785A84422F3D}" srcOrd="7" destOrd="0" presId="urn:microsoft.com/office/officeart/2005/8/layout/vList2"/>
    <dgm:cxn modelId="{D7F05F46-64EF-C647-B32D-05AE73F93BB3}" type="presParOf" srcId="{A2241BF5-9DAF-1F42-8A34-48F349926EFD}" destId="{B1284479-18E3-9842-9C0E-E39FE4D55FDD}" srcOrd="8" destOrd="0" presId="urn:microsoft.com/office/officeart/2005/8/layout/vList2"/>
    <dgm:cxn modelId="{4D51EBE4-85F2-9549-B07A-8F1EC98216E1}" type="presParOf" srcId="{A2241BF5-9DAF-1F42-8A34-48F349926EFD}" destId="{82916531-B11E-FE40-BF7F-544B6F2E7B94}" srcOrd="9" destOrd="0" presId="urn:microsoft.com/office/officeart/2005/8/layout/vList2"/>
    <dgm:cxn modelId="{898B360D-9D4C-AE4A-90B4-F37E4BE8EBBB}" type="presParOf" srcId="{A2241BF5-9DAF-1F42-8A34-48F349926EFD}" destId="{2D82B7B4-55D9-1241-BA0B-AA4B51A1F26C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43A35C6-7C62-4D1A-8023-059CDCCDF2E4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EFB8C90F-3C76-45F6-A682-24420551EA7C}">
      <dgm:prSet/>
      <dgm:spPr/>
      <dgm:t>
        <a:bodyPr/>
        <a:lstStyle/>
        <a:p>
          <a:r>
            <a:rPr lang="en-US" dirty="0"/>
            <a:t>• Jollof Rice with Fried Chicken 🍗</a:t>
          </a:r>
        </a:p>
      </dgm:t>
    </dgm:pt>
    <dgm:pt modelId="{7C0DA779-F7DC-4789-BD35-D8DE96FF92BF}" type="parTrans" cxnId="{EADD6F49-BB05-430B-9FE9-DF9DC235F795}">
      <dgm:prSet/>
      <dgm:spPr/>
      <dgm:t>
        <a:bodyPr/>
        <a:lstStyle/>
        <a:p>
          <a:endParaRPr lang="en-US"/>
        </a:p>
      </dgm:t>
    </dgm:pt>
    <dgm:pt modelId="{31EE4BF7-0789-4E4D-B9E9-F5E3E31D147D}" type="sibTrans" cxnId="{EADD6F49-BB05-430B-9FE9-DF9DC235F795}">
      <dgm:prSet/>
      <dgm:spPr/>
      <dgm:t>
        <a:bodyPr/>
        <a:lstStyle/>
        <a:p>
          <a:endParaRPr lang="en-US"/>
        </a:p>
      </dgm:t>
    </dgm:pt>
    <dgm:pt modelId="{BC7BAE64-E24E-43D7-8B30-824E2623FD7A}">
      <dgm:prSet/>
      <dgm:spPr/>
      <dgm:t>
        <a:bodyPr/>
        <a:lstStyle/>
        <a:p>
          <a:r>
            <a:rPr lang="en-US" dirty="0"/>
            <a:t>• Efo Riro with Pounded Yam 🍲</a:t>
          </a:r>
        </a:p>
      </dgm:t>
    </dgm:pt>
    <dgm:pt modelId="{8C5A5962-75E4-49CA-B689-5DE24D4A2756}" type="parTrans" cxnId="{43928813-9008-4F8B-A556-54CF86922864}">
      <dgm:prSet/>
      <dgm:spPr/>
      <dgm:t>
        <a:bodyPr/>
        <a:lstStyle/>
        <a:p>
          <a:endParaRPr lang="en-US"/>
        </a:p>
      </dgm:t>
    </dgm:pt>
    <dgm:pt modelId="{4883DEC7-82C7-488D-B45D-6071F125B94D}" type="sibTrans" cxnId="{43928813-9008-4F8B-A556-54CF86922864}">
      <dgm:prSet/>
      <dgm:spPr/>
      <dgm:t>
        <a:bodyPr/>
        <a:lstStyle/>
        <a:p>
          <a:endParaRPr lang="en-US"/>
        </a:p>
      </dgm:t>
    </dgm:pt>
    <dgm:pt modelId="{A2EBA091-EC21-4A3C-9671-FF978C66A1C6}">
      <dgm:prSet/>
      <dgm:spPr/>
      <dgm:t>
        <a:bodyPr/>
        <a:lstStyle/>
        <a:p>
          <a:r>
            <a:rPr lang="en-US" dirty="0"/>
            <a:t>• Egusi Soup with Fufu 🥣</a:t>
          </a:r>
        </a:p>
      </dgm:t>
    </dgm:pt>
    <dgm:pt modelId="{F420FA1D-BD84-49E8-A4AC-38A6215C6230}" type="parTrans" cxnId="{AC037A5A-B55A-4B72-943C-457437B827B8}">
      <dgm:prSet/>
      <dgm:spPr/>
      <dgm:t>
        <a:bodyPr/>
        <a:lstStyle/>
        <a:p>
          <a:endParaRPr lang="en-US"/>
        </a:p>
      </dgm:t>
    </dgm:pt>
    <dgm:pt modelId="{9B96A904-598E-486A-8385-77E0693CD9E9}" type="sibTrans" cxnId="{AC037A5A-B55A-4B72-943C-457437B827B8}">
      <dgm:prSet/>
      <dgm:spPr/>
      <dgm:t>
        <a:bodyPr/>
        <a:lstStyle/>
        <a:p>
          <a:endParaRPr lang="en-US"/>
        </a:p>
      </dgm:t>
    </dgm:pt>
    <dgm:pt modelId="{9EBF9ECC-06D2-4E32-A8B9-9C43F9B5BC75}">
      <dgm:prSet/>
      <dgm:spPr/>
      <dgm:t>
        <a:bodyPr/>
        <a:lstStyle/>
        <a:p>
          <a:r>
            <a:rPr lang="en-US" dirty="0"/>
            <a:t>• Suya (Spicy Grilled Meat) 🌶️</a:t>
          </a:r>
        </a:p>
      </dgm:t>
    </dgm:pt>
    <dgm:pt modelId="{4F9DC2F1-A1CF-439F-85AC-7B6DE3CE1BEE}" type="parTrans" cxnId="{975265CA-194F-41C7-9206-250A04C47E8C}">
      <dgm:prSet/>
      <dgm:spPr/>
      <dgm:t>
        <a:bodyPr/>
        <a:lstStyle/>
        <a:p>
          <a:endParaRPr lang="en-US"/>
        </a:p>
      </dgm:t>
    </dgm:pt>
    <dgm:pt modelId="{95245A31-AB76-4F10-955F-AC2E30E70596}" type="sibTrans" cxnId="{975265CA-194F-41C7-9206-250A04C47E8C}">
      <dgm:prSet/>
      <dgm:spPr/>
      <dgm:t>
        <a:bodyPr/>
        <a:lstStyle/>
        <a:p>
          <a:endParaRPr lang="en-US"/>
        </a:p>
      </dgm:t>
    </dgm:pt>
    <dgm:pt modelId="{128D7D48-F658-4734-BDFD-B93C2B85D36E}">
      <dgm:prSet/>
      <dgm:spPr/>
      <dgm:t>
        <a:bodyPr/>
        <a:lstStyle/>
        <a:p>
          <a:r>
            <a:rPr lang="en-US" dirty="0"/>
            <a:t>• Ofada Rice with Ayamase (Designer Stew) 🍛</a:t>
          </a:r>
        </a:p>
      </dgm:t>
    </dgm:pt>
    <dgm:pt modelId="{81DBE900-1F22-41CE-BE46-38D20D0ADB07}" type="parTrans" cxnId="{75C828DC-DF01-4862-B898-9E351808133A}">
      <dgm:prSet/>
      <dgm:spPr/>
      <dgm:t>
        <a:bodyPr/>
        <a:lstStyle/>
        <a:p>
          <a:endParaRPr lang="en-US"/>
        </a:p>
      </dgm:t>
    </dgm:pt>
    <dgm:pt modelId="{4512631A-3F55-496C-9876-3B09C48F5A9C}" type="sibTrans" cxnId="{75C828DC-DF01-4862-B898-9E351808133A}">
      <dgm:prSet/>
      <dgm:spPr/>
      <dgm:t>
        <a:bodyPr/>
        <a:lstStyle/>
        <a:p>
          <a:endParaRPr lang="en-US"/>
        </a:p>
      </dgm:t>
    </dgm:pt>
    <dgm:pt modelId="{196FDCC4-2C0D-4B5E-A46D-B068CE4724FB}">
      <dgm:prSet/>
      <dgm:spPr/>
      <dgm:t>
        <a:bodyPr/>
        <a:lstStyle/>
        <a:p>
          <a:r>
            <a:rPr lang="en-US" dirty="0"/>
            <a:t>• Moi Moi (Bean Cake) and Plantain 🍌</a:t>
          </a:r>
        </a:p>
      </dgm:t>
    </dgm:pt>
    <dgm:pt modelId="{5877A6BF-AF2D-43FB-AE30-E64B92C4767C}" type="parTrans" cxnId="{B4234D30-B262-4CC1-8D7C-88AD886D1141}">
      <dgm:prSet/>
      <dgm:spPr/>
      <dgm:t>
        <a:bodyPr/>
        <a:lstStyle/>
        <a:p>
          <a:endParaRPr lang="en-US"/>
        </a:p>
      </dgm:t>
    </dgm:pt>
    <dgm:pt modelId="{EF370578-A08B-46CF-A28B-CB92B4BDBFC7}" type="sibTrans" cxnId="{B4234D30-B262-4CC1-8D7C-88AD886D1141}">
      <dgm:prSet/>
      <dgm:spPr/>
      <dgm:t>
        <a:bodyPr/>
        <a:lstStyle/>
        <a:p>
          <a:endParaRPr lang="en-US"/>
        </a:p>
      </dgm:t>
    </dgm:pt>
    <dgm:pt modelId="{547716B6-ABC2-6A40-A7D6-2934204FC02A}" type="pres">
      <dgm:prSet presAssocID="{343A35C6-7C62-4D1A-8023-059CDCCDF2E4}" presName="vert0" presStyleCnt="0">
        <dgm:presLayoutVars>
          <dgm:dir/>
          <dgm:animOne val="branch"/>
          <dgm:animLvl val="lvl"/>
        </dgm:presLayoutVars>
      </dgm:prSet>
      <dgm:spPr/>
    </dgm:pt>
    <dgm:pt modelId="{638F30A4-6591-174E-9DDD-804FD90B111F}" type="pres">
      <dgm:prSet presAssocID="{EFB8C90F-3C76-45F6-A682-24420551EA7C}" presName="thickLine" presStyleLbl="alignNode1" presStyleIdx="0" presStyleCnt="6"/>
      <dgm:spPr/>
    </dgm:pt>
    <dgm:pt modelId="{2DC6BD98-FF9A-A54A-BE86-B70CA154DEDC}" type="pres">
      <dgm:prSet presAssocID="{EFB8C90F-3C76-45F6-A682-24420551EA7C}" presName="horz1" presStyleCnt="0"/>
      <dgm:spPr/>
    </dgm:pt>
    <dgm:pt modelId="{088B7ABA-D089-1C45-8E2C-5B7E9704FBE0}" type="pres">
      <dgm:prSet presAssocID="{EFB8C90F-3C76-45F6-A682-24420551EA7C}" presName="tx1" presStyleLbl="revTx" presStyleIdx="0" presStyleCnt="6"/>
      <dgm:spPr/>
    </dgm:pt>
    <dgm:pt modelId="{0A74FC7A-253C-1940-99AC-7F96B9D7AF60}" type="pres">
      <dgm:prSet presAssocID="{EFB8C90F-3C76-45F6-A682-24420551EA7C}" presName="vert1" presStyleCnt="0"/>
      <dgm:spPr/>
    </dgm:pt>
    <dgm:pt modelId="{88EC4216-5BA1-8240-8AD9-AE879E6E461F}" type="pres">
      <dgm:prSet presAssocID="{BC7BAE64-E24E-43D7-8B30-824E2623FD7A}" presName="thickLine" presStyleLbl="alignNode1" presStyleIdx="1" presStyleCnt="6"/>
      <dgm:spPr/>
    </dgm:pt>
    <dgm:pt modelId="{3339DEEC-2A89-5349-A494-3E1538F66CB7}" type="pres">
      <dgm:prSet presAssocID="{BC7BAE64-E24E-43D7-8B30-824E2623FD7A}" presName="horz1" presStyleCnt="0"/>
      <dgm:spPr/>
    </dgm:pt>
    <dgm:pt modelId="{E5D7F97F-A580-AB43-92C2-DD8A86299134}" type="pres">
      <dgm:prSet presAssocID="{BC7BAE64-E24E-43D7-8B30-824E2623FD7A}" presName="tx1" presStyleLbl="revTx" presStyleIdx="1" presStyleCnt="6"/>
      <dgm:spPr/>
    </dgm:pt>
    <dgm:pt modelId="{78D64759-0E5C-3A46-9C8B-976CA80B3BDE}" type="pres">
      <dgm:prSet presAssocID="{BC7BAE64-E24E-43D7-8B30-824E2623FD7A}" presName="vert1" presStyleCnt="0"/>
      <dgm:spPr/>
    </dgm:pt>
    <dgm:pt modelId="{39B5E3D9-2A48-0145-9D77-A87201901C1F}" type="pres">
      <dgm:prSet presAssocID="{A2EBA091-EC21-4A3C-9671-FF978C66A1C6}" presName="thickLine" presStyleLbl="alignNode1" presStyleIdx="2" presStyleCnt="6"/>
      <dgm:spPr/>
    </dgm:pt>
    <dgm:pt modelId="{752B9774-9068-0648-8F04-10A31D73C54D}" type="pres">
      <dgm:prSet presAssocID="{A2EBA091-EC21-4A3C-9671-FF978C66A1C6}" presName="horz1" presStyleCnt="0"/>
      <dgm:spPr/>
    </dgm:pt>
    <dgm:pt modelId="{FA680C6D-BA9A-FF4C-A14D-3BCDFB3F2031}" type="pres">
      <dgm:prSet presAssocID="{A2EBA091-EC21-4A3C-9671-FF978C66A1C6}" presName="tx1" presStyleLbl="revTx" presStyleIdx="2" presStyleCnt="6"/>
      <dgm:spPr/>
    </dgm:pt>
    <dgm:pt modelId="{79FE3F21-7469-A747-88FD-7BCF512F5993}" type="pres">
      <dgm:prSet presAssocID="{A2EBA091-EC21-4A3C-9671-FF978C66A1C6}" presName="vert1" presStyleCnt="0"/>
      <dgm:spPr/>
    </dgm:pt>
    <dgm:pt modelId="{0C6A1094-6447-104E-A3A5-CB5EE9910886}" type="pres">
      <dgm:prSet presAssocID="{9EBF9ECC-06D2-4E32-A8B9-9C43F9B5BC75}" presName="thickLine" presStyleLbl="alignNode1" presStyleIdx="3" presStyleCnt="6"/>
      <dgm:spPr/>
    </dgm:pt>
    <dgm:pt modelId="{47753B8C-0799-EF4A-934D-460EA111D4A6}" type="pres">
      <dgm:prSet presAssocID="{9EBF9ECC-06D2-4E32-A8B9-9C43F9B5BC75}" presName="horz1" presStyleCnt="0"/>
      <dgm:spPr/>
    </dgm:pt>
    <dgm:pt modelId="{B4D2F88C-EBFC-AA46-A230-CB0CB02AA617}" type="pres">
      <dgm:prSet presAssocID="{9EBF9ECC-06D2-4E32-A8B9-9C43F9B5BC75}" presName="tx1" presStyleLbl="revTx" presStyleIdx="3" presStyleCnt="6"/>
      <dgm:spPr/>
    </dgm:pt>
    <dgm:pt modelId="{75B4E00F-AAC2-9843-8085-910E8EA6E806}" type="pres">
      <dgm:prSet presAssocID="{9EBF9ECC-06D2-4E32-A8B9-9C43F9B5BC75}" presName="vert1" presStyleCnt="0"/>
      <dgm:spPr/>
    </dgm:pt>
    <dgm:pt modelId="{C2018E56-BEB1-184E-AB4B-F082E646C0DE}" type="pres">
      <dgm:prSet presAssocID="{128D7D48-F658-4734-BDFD-B93C2B85D36E}" presName="thickLine" presStyleLbl="alignNode1" presStyleIdx="4" presStyleCnt="6"/>
      <dgm:spPr/>
    </dgm:pt>
    <dgm:pt modelId="{3409E51F-4AB8-8645-8153-9CEBBFA6D5E2}" type="pres">
      <dgm:prSet presAssocID="{128D7D48-F658-4734-BDFD-B93C2B85D36E}" presName="horz1" presStyleCnt="0"/>
      <dgm:spPr/>
    </dgm:pt>
    <dgm:pt modelId="{024F36A1-FB24-724A-9397-BC43451C2739}" type="pres">
      <dgm:prSet presAssocID="{128D7D48-F658-4734-BDFD-B93C2B85D36E}" presName="tx1" presStyleLbl="revTx" presStyleIdx="4" presStyleCnt="6"/>
      <dgm:spPr/>
    </dgm:pt>
    <dgm:pt modelId="{669EF3BD-FE18-304A-942D-50C380690E4C}" type="pres">
      <dgm:prSet presAssocID="{128D7D48-F658-4734-BDFD-B93C2B85D36E}" presName="vert1" presStyleCnt="0"/>
      <dgm:spPr/>
    </dgm:pt>
    <dgm:pt modelId="{813332DE-18A6-584D-9256-67E2AA52D93C}" type="pres">
      <dgm:prSet presAssocID="{196FDCC4-2C0D-4B5E-A46D-B068CE4724FB}" presName="thickLine" presStyleLbl="alignNode1" presStyleIdx="5" presStyleCnt="6"/>
      <dgm:spPr/>
    </dgm:pt>
    <dgm:pt modelId="{105CF57C-7EF0-424C-A8BA-2757863BB59C}" type="pres">
      <dgm:prSet presAssocID="{196FDCC4-2C0D-4B5E-A46D-B068CE4724FB}" presName="horz1" presStyleCnt="0"/>
      <dgm:spPr/>
    </dgm:pt>
    <dgm:pt modelId="{5027BE04-1717-C140-B8C5-A3808A8E6184}" type="pres">
      <dgm:prSet presAssocID="{196FDCC4-2C0D-4B5E-A46D-B068CE4724FB}" presName="tx1" presStyleLbl="revTx" presStyleIdx="5" presStyleCnt="6"/>
      <dgm:spPr/>
    </dgm:pt>
    <dgm:pt modelId="{05116464-C438-7944-8F1F-81C05C060B6C}" type="pres">
      <dgm:prSet presAssocID="{196FDCC4-2C0D-4B5E-A46D-B068CE4724FB}" presName="vert1" presStyleCnt="0"/>
      <dgm:spPr/>
    </dgm:pt>
  </dgm:ptLst>
  <dgm:cxnLst>
    <dgm:cxn modelId="{39A98A0B-8E0D-1C4E-97E6-00F9C2D33534}" type="presOf" srcId="{128D7D48-F658-4734-BDFD-B93C2B85D36E}" destId="{024F36A1-FB24-724A-9397-BC43451C2739}" srcOrd="0" destOrd="0" presId="urn:microsoft.com/office/officeart/2008/layout/LinedList"/>
    <dgm:cxn modelId="{43928813-9008-4F8B-A556-54CF86922864}" srcId="{343A35C6-7C62-4D1A-8023-059CDCCDF2E4}" destId="{BC7BAE64-E24E-43D7-8B30-824E2623FD7A}" srcOrd="1" destOrd="0" parTransId="{8C5A5962-75E4-49CA-B689-5DE24D4A2756}" sibTransId="{4883DEC7-82C7-488D-B45D-6071F125B94D}"/>
    <dgm:cxn modelId="{B4234D30-B262-4CC1-8D7C-88AD886D1141}" srcId="{343A35C6-7C62-4D1A-8023-059CDCCDF2E4}" destId="{196FDCC4-2C0D-4B5E-A46D-B068CE4724FB}" srcOrd="5" destOrd="0" parTransId="{5877A6BF-AF2D-43FB-AE30-E64B92C4767C}" sibTransId="{EF370578-A08B-46CF-A28B-CB92B4BDBFC7}"/>
    <dgm:cxn modelId="{B9F71E38-F1F2-DD46-B594-BCB484B63FE0}" type="presOf" srcId="{9EBF9ECC-06D2-4E32-A8B9-9C43F9B5BC75}" destId="{B4D2F88C-EBFC-AA46-A230-CB0CB02AA617}" srcOrd="0" destOrd="0" presId="urn:microsoft.com/office/officeart/2008/layout/LinedList"/>
    <dgm:cxn modelId="{EADD6F49-BB05-430B-9FE9-DF9DC235F795}" srcId="{343A35C6-7C62-4D1A-8023-059CDCCDF2E4}" destId="{EFB8C90F-3C76-45F6-A682-24420551EA7C}" srcOrd="0" destOrd="0" parTransId="{7C0DA779-F7DC-4789-BD35-D8DE96FF92BF}" sibTransId="{31EE4BF7-0789-4E4D-B9E9-F5E3E31D147D}"/>
    <dgm:cxn modelId="{AC037A5A-B55A-4B72-943C-457437B827B8}" srcId="{343A35C6-7C62-4D1A-8023-059CDCCDF2E4}" destId="{A2EBA091-EC21-4A3C-9671-FF978C66A1C6}" srcOrd="2" destOrd="0" parTransId="{F420FA1D-BD84-49E8-A4AC-38A6215C6230}" sibTransId="{9B96A904-598E-486A-8385-77E0693CD9E9}"/>
    <dgm:cxn modelId="{DB94B15B-D13C-E440-B657-58134265885F}" type="presOf" srcId="{196FDCC4-2C0D-4B5E-A46D-B068CE4724FB}" destId="{5027BE04-1717-C140-B8C5-A3808A8E6184}" srcOrd="0" destOrd="0" presId="urn:microsoft.com/office/officeart/2008/layout/LinedList"/>
    <dgm:cxn modelId="{63A6D285-B672-3449-ACB8-2B77F3DBAE20}" type="presOf" srcId="{343A35C6-7C62-4D1A-8023-059CDCCDF2E4}" destId="{547716B6-ABC2-6A40-A7D6-2934204FC02A}" srcOrd="0" destOrd="0" presId="urn:microsoft.com/office/officeart/2008/layout/LinedList"/>
    <dgm:cxn modelId="{5BB6F390-3275-F447-8C79-591DCF96A6EA}" type="presOf" srcId="{EFB8C90F-3C76-45F6-A682-24420551EA7C}" destId="{088B7ABA-D089-1C45-8E2C-5B7E9704FBE0}" srcOrd="0" destOrd="0" presId="urn:microsoft.com/office/officeart/2008/layout/LinedList"/>
    <dgm:cxn modelId="{2A4EAB9B-94B2-EE45-90F9-D8E06907836C}" type="presOf" srcId="{BC7BAE64-E24E-43D7-8B30-824E2623FD7A}" destId="{E5D7F97F-A580-AB43-92C2-DD8A86299134}" srcOrd="0" destOrd="0" presId="urn:microsoft.com/office/officeart/2008/layout/LinedList"/>
    <dgm:cxn modelId="{975265CA-194F-41C7-9206-250A04C47E8C}" srcId="{343A35C6-7C62-4D1A-8023-059CDCCDF2E4}" destId="{9EBF9ECC-06D2-4E32-A8B9-9C43F9B5BC75}" srcOrd="3" destOrd="0" parTransId="{4F9DC2F1-A1CF-439F-85AC-7B6DE3CE1BEE}" sibTransId="{95245A31-AB76-4F10-955F-AC2E30E70596}"/>
    <dgm:cxn modelId="{58C469D3-A97E-6B48-B2BA-235261DD4617}" type="presOf" srcId="{A2EBA091-EC21-4A3C-9671-FF978C66A1C6}" destId="{FA680C6D-BA9A-FF4C-A14D-3BCDFB3F2031}" srcOrd="0" destOrd="0" presId="urn:microsoft.com/office/officeart/2008/layout/LinedList"/>
    <dgm:cxn modelId="{75C828DC-DF01-4862-B898-9E351808133A}" srcId="{343A35C6-7C62-4D1A-8023-059CDCCDF2E4}" destId="{128D7D48-F658-4734-BDFD-B93C2B85D36E}" srcOrd="4" destOrd="0" parTransId="{81DBE900-1F22-41CE-BE46-38D20D0ADB07}" sibTransId="{4512631A-3F55-496C-9876-3B09C48F5A9C}"/>
    <dgm:cxn modelId="{3A18ECB1-A1B1-E044-A232-1AF7AE11F6F0}" type="presParOf" srcId="{547716B6-ABC2-6A40-A7D6-2934204FC02A}" destId="{638F30A4-6591-174E-9DDD-804FD90B111F}" srcOrd="0" destOrd="0" presId="urn:microsoft.com/office/officeart/2008/layout/LinedList"/>
    <dgm:cxn modelId="{E138874A-C72A-2E4A-A8EE-6B0CB57BA98D}" type="presParOf" srcId="{547716B6-ABC2-6A40-A7D6-2934204FC02A}" destId="{2DC6BD98-FF9A-A54A-BE86-B70CA154DEDC}" srcOrd="1" destOrd="0" presId="urn:microsoft.com/office/officeart/2008/layout/LinedList"/>
    <dgm:cxn modelId="{7B15AA8D-AD8A-824A-9094-DC1CBB195AC5}" type="presParOf" srcId="{2DC6BD98-FF9A-A54A-BE86-B70CA154DEDC}" destId="{088B7ABA-D089-1C45-8E2C-5B7E9704FBE0}" srcOrd="0" destOrd="0" presId="urn:microsoft.com/office/officeart/2008/layout/LinedList"/>
    <dgm:cxn modelId="{66E3AE2E-7021-AF4E-8EFF-D31606DAD7AB}" type="presParOf" srcId="{2DC6BD98-FF9A-A54A-BE86-B70CA154DEDC}" destId="{0A74FC7A-253C-1940-99AC-7F96B9D7AF60}" srcOrd="1" destOrd="0" presId="urn:microsoft.com/office/officeart/2008/layout/LinedList"/>
    <dgm:cxn modelId="{1CED3972-90F6-CE45-A66F-4C2E9044295A}" type="presParOf" srcId="{547716B6-ABC2-6A40-A7D6-2934204FC02A}" destId="{88EC4216-5BA1-8240-8AD9-AE879E6E461F}" srcOrd="2" destOrd="0" presId="urn:microsoft.com/office/officeart/2008/layout/LinedList"/>
    <dgm:cxn modelId="{F1E30EA0-8BBE-F649-90D6-AE3B3EFC5B32}" type="presParOf" srcId="{547716B6-ABC2-6A40-A7D6-2934204FC02A}" destId="{3339DEEC-2A89-5349-A494-3E1538F66CB7}" srcOrd="3" destOrd="0" presId="urn:microsoft.com/office/officeart/2008/layout/LinedList"/>
    <dgm:cxn modelId="{520E36A2-ED3A-2A40-8BB8-7B6CB41E9121}" type="presParOf" srcId="{3339DEEC-2A89-5349-A494-3E1538F66CB7}" destId="{E5D7F97F-A580-AB43-92C2-DD8A86299134}" srcOrd="0" destOrd="0" presId="urn:microsoft.com/office/officeart/2008/layout/LinedList"/>
    <dgm:cxn modelId="{787759E8-0946-9941-ABD5-97A4442324DF}" type="presParOf" srcId="{3339DEEC-2A89-5349-A494-3E1538F66CB7}" destId="{78D64759-0E5C-3A46-9C8B-976CA80B3BDE}" srcOrd="1" destOrd="0" presId="urn:microsoft.com/office/officeart/2008/layout/LinedList"/>
    <dgm:cxn modelId="{C75166B2-294A-B347-BABA-30929D273BFB}" type="presParOf" srcId="{547716B6-ABC2-6A40-A7D6-2934204FC02A}" destId="{39B5E3D9-2A48-0145-9D77-A87201901C1F}" srcOrd="4" destOrd="0" presId="urn:microsoft.com/office/officeart/2008/layout/LinedList"/>
    <dgm:cxn modelId="{CFE5AEAF-C394-4840-B1E4-55C8C08324D5}" type="presParOf" srcId="{547716B6-ABC2-6A40-A7D6-2934204FC02A}" destId="{752B9774-9068-0648-8F04-10A31D73C54D}" srcOrd="5" destOrd="0" presId="urn:microsoft.com/office/officeart/2008/layout/LinedList"/>
    <dgm:cxn modelId="{E68E82BD-E243-9643-9B4B-B9DCF0610B73}" type="presParOf" srcId="{752B9774-9068-0648-8F04-10A31D73C54D}" destId="{FA680C6D-BA9A-FF4C-A14D-3BCDFB3F2031}" srcOrd="0" destOrd="0" presId="urn:microsoft.com/office/officeart/2008/layout/LinedList"/>
    <dgm:cxn modelId="{8D5CEFF5-F25E-5241-AC0C-B2FE229C7405}" type="presParOf" srcId="{752B9774-9068-0648-8F04-10A31D73C54D}" destId="{79FE3F21-7469-A747-88FD-7BCF512F5993}" srcOrd="1" destOrd="0" presId="urn:microsoft.com/office/officeart/2008/layout/LinedList"/>
    <dgm:cxn modelId="{98CF8C52-6F1A-1B44-BB97-039E7F578AAA}" type="presParOf" srcId="{547716B6-ABC2-6A40-A7D6-2934204FC02A}" destId="{0C6A1094-6447-104E-A3A5-CB5EE9910886}" srcOrd="6" destOrd="0" presId="urn:microsoft.com/office/officeart/2008/layout/LinedList"/>
    <dgm:cxn modelId="{858E414A-BD8E-C14D-9EC2-388C53BD4648}" type="presParOf" srcId="{547716B6-ABC2-6A40-A7D6-2934204FC02A}" destId="{47753B8C-0799-EF4A-934D-460EA111D4A6}" srcOrd="7" destOrd="0" presId="urn:microsoft.com/office/officeart/2008/layout/LinedList"/>
    <dgm:cxn modelId="{FB8B7AE3-5B5D-304B-8048-BB64708B5D94}" type="presParOf" srcId="{47753B8C-0799-EF4A-934D-460EA111D4A6}" destId="{B4D2F88C-EBFC-AA46-A230-CB0CB02AA617}" srcOrd="0" destOrd="0" presId="urn:microsoft.com/office/officeart/2008/layout/LinedList"/>
    <dgm:cxn modelId="{CFABFE3D-4276-784E-8358-372C53163407}" type="presParOf" srcId="{47753B8C-0799-EF4A-934D-460EA111D4A6}" destId="{75B4E00F-AAC2-9843-8085-910E8EA6E806}" srcOrd="1" destOrd="0" presId="urn:microsoft.com/office/officeart/2008/layout/LinedList"/>
    <dgm:cxn modelId="{D6051B1F-E0E9-3E4E-B4E7-415C75143DD6}" type="presParOf" srcId="{547716B6-ABC2-6A40-A7D6-2934204FC02A}" destId="{C2018E56-BEB1-184E-AB4B-F082E646C0DE}" srcOrd="8" destOrd="0" presId="urn:microsoft.com/office/officeart/2008/layout/LinedList"/>
    <dgm:cxn modelId="{CF11577A-C5A3-B54F-A303-301D445026AB}" type="presParOf" srcId="{547716B6-ABC2-6A40-A7D6-2934204FC02A}" destId="{3409E51F-4AB8-8645-8153-9CEBBFA6D5E2}" srcOrd="9" destOrd="0" presId="urn:microsoft.com/office/officeart/2008/layout/LinedList"/>
    <dgm:cxn modelId="{A76E324E-FACA-6B4D-A42D-37F74A0ED16E}" type="presParOf" srcId="{3409E51F-4AB8-8645-8153-9CEBBFA6D5E2}" destId="{024F36A1-FB24-724A-9397-BC43451C2739}" srcOrd="0" destOrd="0" presId="urn:microsoft.com/office/officeart/2008/layout/LinedList"/>
    <dgm:cxn modelId="{92C5CB90-3409-5945-B789-278E8081E2A9}" type="presParOf" srcId="{3409E51F-4AB8-8645-8153-9CEBBFA6D5E2}" destId="{669EF3BD-FE18-304A-942D-50C380690E4C}" srcOrd="1" destOrd="0" presId="urn:microsoft.com/office/officeart/2008/layout/LinedList"/>
    <dgm:cxn modelId="{2C0BFB48-8299-A640-BF2D-C21173A2009F}" type="presParOf" srcId="{547716B6-ABC2-6A40-A7D6-2934204FC02A}" destId="{813332DE-18A6-584D-9256-67E2AA52D93C}" srcOrd="10" destOrd="0" presId="urn:microsoft.com/office/officeart/2008/layout/LinedList"/>
    <dgm:cxn modelId="{01093D7C-06B0-0548-BE8D-558E1B491896}" type="presParOf" srcId="{547716B6-ABC2-6A40-A7D6-2934204FC02A}" destId="{105CF57C-7EF0-424C-A8BA-2757863BB59C}" srcOrd="11" destOrd="0" presId="urn:microsoft.com/office/officeart/2008/layout/LinedList"/>
    <dgm:cxn modelId="{FAAFC821-6A53-5A44-9B09-993A4BA17806}" type="presParOf" srcId="{105CF57C-7EF0-424C-A8BA-2757863BB59C}" destId="{5027BE04-1717-C140-B8C5-A3808A8E6184}" srcOrd="0" destOrd="0" presId="urn:microsoft.com/office/officeart/2008/layout/LinedList"/>
    <dgm:cxn modelId="{6634BE76-061A-9541-8ED4-D9F90D546A9A}" type="presParOf" srcId="{105CF57C-7EF0-424C-A8BA-2757863BB59C}" destId="{05116464-C438-7944-8F1F-81C05C060B6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CBFBADD-E48B-4035-B811-2ADA0105EDF3}" type="doc">
      <dgm:prSet loTypeId="urn:microsoft.com/office/officeart/2005/8/layout/cycle8" loCatId="cycle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444AD29-1022-4A33-A99C-4EE0CA7B085A}">
      <dgm:prSet/>
      <dgm:spPr/>
      <dgm:t>
        <a:bodyPr/>
        <a:lstStyle/>
        <a:p>
          <a:r>
            <a:rPr lang="en-US" dirty="0"/>
            <a:t>FR1 – User Registration and Login</a:t>
          </a:r>
        </a:p>
      </dgm:t>
    </dgm:pt>
    <dgm:pt modelId="{AC140D64-F129-42A5-AA19-CA2305B0B70D}" type="parTrans" cxnId="{EA094022-EE1D-4BB4-8888-519329CC5999}">
      <dgm:prSet/>
      <dgm:spPr/>
      <dgm:t>
        <a:bodyPr/>
        <a:lstStyle/>
        <a:p>
          <a:endParaRPr lang="en-US"/>
        </a:p>
      </dgm:t>
    </dgm:pt>
    <dgm:pt modelId="{203839A6-0FDE-434C-9C5B-AB0EE81810AE}" type="sibTrans" cxnId="{EA094022-EE1D-4BB4-8888-519329CC5999}">
      <dgm:prSet/>
      <dgm:spPr/>
      <dgm:t>
        <a:bodyPr/>
        <a:lstStyle/>
        <a:p>
          <a:endParaRPr lang="en-US"/>
        </a:p>
      </dgm:t>
    </dgm:pt>
    <dgm:pt modelId="{ADD8565F-5163-4DEF-8A7B-8F7A717C64AE}">
      <dgm:prSet/>
      <dgm:spPr/>
      <dgm:t>
        <a:bodyPr/>
        <a:lstStyle/>
        <a:p>
          <a:r>
            <a:rPr lang="en-US" dirty="0"/>
            <a:t>FR2 – View Menu of Nigerian Dishes</a:t>
          </a:r>
        </a:p>
      </dgm:t>
    </dgm:pt>
    <dgm:pt modelId="{C8F616B4-6A9D-40EF-A27F-001C27BA0C40}" type="parTrans" cxnId="{706371AA-88DB-44DA-AD2A-55ADAF59359C}">
      <dgm:prSet/>
      <dgm:spPr/>
      <dgm:t>
        <a:bodyPr/>
        <a:lstStyle/>
        <a:p>
          <a:endParaRPr lang="en-US"/>
        </a:p>
      </dgm:t>
    </dgm:pt>
    <dgm:pt modelId="{A1CA6526-6779-4555-AF40-2D7ED8E74C2D}" type="sibTrans" cxnId="{706371AA-88DB-44DA-AD2A-55ADAF59359C}">
      <dgm:prSet/>
      <dgm:spPr/>
      <dgm:t>
        <a:bodyPr/>
        <a:lstStyle/>
        <a:p>
          <a:endParaRPr lang="en-US"/>
        </a:p>
      </dgm:t>
    </dgm:pt>
    <dgm:pt modelId="{D6D3CB6D-FF5C-40FA-B146-C45152E14E5B}">
      <dgm:prSet/>
      <dgm:spPr/>
      <dgm:t>
        <a:bodyPr/>
        <a:lstStyle/>
        <a:p>
          <a:r>
            <a:rPr lang="en-US" dirty="0"/>
            <a:t>FR3 – Place Orders and Make Payments</a:t>
          </a:r>
        </a:p>
      </dgm:t>
    </dgm:pt>
    <dgm:pt modelId="{9E13E5FB-9551-4976-846B-1A2F8F98C39C}" type="parTrans" cxnId="{7CD7F01D-6D05-4886-95A1-853277553705}">
      <dgm:prSet/>
      <dgm:spPr/>
      <dgm:t>
        <a:bodyPr/>
        <a:lstStyle/>
        <a:p>
          <a:endParaRPr lang="en-US"/>
        </a:p>
      </dgm:t>
    </dgm:pt>
    <dgm:pt modelId="{EA6396D7-F43E-45AC-B12F-6D16FED973C0}" type="sibTrans" cxnId="{7CD7F01D-6D05-4886-95A1-853277553705}">
      <dgm:prSet/>
      <dgm:spPr/>
      <dgm:t>
        <a:bodyPr/>
        <a:lstStyle/>
        <a:p>
          <a:endParaRPr lang="en-US"/>
        </a:p>
      </dgm:t>
    </dgm:pt>
    <dgm:pt modelId="{7BAE3F1F-FA32-404D-A51F-34EE2C6323CB}">
      <dgm:prSet/>
      <dgm:spPr/>
      <dgm:t>
        <a:bodyPr/>
        <a:lstStyle/>
        <a:p>
          <a:r>
            <a:rPr lang="en-US" dirty="0"/>
            <a:t>FR4 – Real-Time Order Tracking</a:t>
          </a:r>
        </a:p>
      </dgm:t>
    </dgm:pt>
    <dgm:pt modelId="{5C8423AA-9FFE-456A-9B83-9F018A2B9182}" type="parTrans" cxnId="{D0212122-16A1-408A-9C18-231386703F0A}">
      <dgm:prSet/>
      <dgm:spPr/>
      <dgm:t>
        <a:bodyPr/>
        <a:lstStyle/>
        <a:p>
          <a:endParaRPr lang="en-US"/>
        </a:p>
      </dgm:t>
    </dgm:pt>
    <dgm:pt modelId="{87C2EF4C-4D2B-498E-A660-BB09F96331A0}" type="sibTrans" cxnId="{D0212122-16A1-408A-9C18-231386703F0A}">
      <dgm:prSet/>
      <dgm:spPr/>
      <dgm:t>
        <a:bodyPr/>
        <a:lstStyle/>
        <a:p>
          <a:endParaRPr lang="en-US"/>
        </a:p>
      </dgm:t>
    </dgm:pt>
    <dgm:pt modelId="{E5C987E4-212F-4E68-8195-A0D2E4BB0C2A}">
      <dgm:prSet/>
      <dgm:spPr/>
      <dgm:t>
        <a:bodyPr/>
        <a:lstStyle/>
        <a:p>
          <a:r>
            <a:rPr lang="en-US" dirty="0"/>
            <a:t>FR5 – Manage Menu Items (Admin)</a:t>
          </a:r>
        </a:p>
      </dgm:t>
    </dgm:pt>
    <dgm:pt modelId="{576F2404-6B1C-4C30-A469-D9CE95BACBE3}" type="parTrans" cxnId="{4597A222-BB3E-45E6-B57D-C313CE06242F}">
      <dgm:prSet/>
      <dgm:spPr/>
      <dgm:t>
        <a:bodyPr/>
        <a:lstStyle/>
        <a:p>
          <a:endParaRPr lang="en-US"/>
        </a:p>
      </dgm:t>
    </dgm:pt>
    <dgm:pt modelId="{3533D114-46EC-499F-BD8D-D922D1F9E8A8}" type="sibTrans" cxnId="{4597A222-BB3E-45E6-B57D-C313CE06242F}">
      <dgm:prSet/>
      <dgm:spPr/>
      <dgm:t>
        <a:bodyPr/>
        <a:lstStyle/>
        <a:p>
          <a:endParaRPr lang="en-US"/>
        </a:p>
      </dgm:t>
    </dgm:pt>
    <dgm:pt modelId="{BA6EC2C0-7DC6-4166-BB1C-1B64AB96616F}">
      <dgm:prSet/>
      <dgm:spPr/>
      <dgm:t>
        <a:bodyPr/>
        <a:lstStyle/>
        <a:p>
          <a:r>
            <a:rPr lang="en-US" dirty="0"/>
            <a:t>FR6 – Assign Deliveries (Admin)</a:t>
          </a:r>
        </a:p>
      </dgm:t>
    </dgm:pt>
    <dgm:pt modelId="{1E18642F-8E3D-4A11-8C7D-AB2EA0E49C6B}" type="parTrans" cxnId="{3C1FC3ED-EC04-4DB5-83FF-D217D7C4797A}">
      <dgm:prSet/>
      <dgm:spPr/>
      <dgm:t>
        <a:bodyPr/>
        <a:lstStyle/>
        <a:p>
          <a:endParaRPr lang="en-US"/>
        </a:p>
      </dgm:t>
    </dgm:pt>
    <dgm:pt modelId="{84FF055C-DDE0-4EC4-849F-CDCBD7084B4E}" type="sibTrans" cxnId="{3C1FC3ED-EC04-4DB5-83FF-D217D7C4797A}">
      <dgm:prSet/>
      <dgm:spPr/>
      <dgm:t>
        <a:bodyPr/>
        <a:lstStyle/>
        <a:p>
          <a:endParaRPr lang="en-US"/>
        </a:p>
      </dgm:t>
    </dgm:pt>
    <dgm:pt modelId="{68E404BC-04C5-4C0C-9088-55E269D7462B}">
      <dgm:prSet/>
      <dgm:spPr/>
      <dgm:t>
        <a:bodyPr/>
        <a:lstStyle/>
        <a:p>
          <a:r>
            <a:rPr lang="en-US" dirty="0"/>
            <a:t>FR7 – Receive Push Notifications</a:t>
          </a:r>
        </a:p>
      </dgm:t>
    </dgm:pt>
    <dgm:pt modelId="{85408E27-8C9A-4AB0-9367-32C7E2BE7E08}" type="parTrans" cxnId="{FA56FE9A-E699-4DE8-B392-DB8484CA4CFC}">
      <dgm:prSet/>
      <dgm:spPr/>
      <dgm:t>
        <a:bodyPr/>
        <a:lstStyle/>
        <a:p>
          <a:endParaRPr lang="en-US"/>
        </a:p>
      </dgm:t>
    </dgm:pt>
    <dgm:pt modelId="{CD082509-087E-4C36-A0DE-0DA794ACE0EF}" type="sibTrans" cxnId="{FA56FE9A-E699-4DE8-B392-DB8484CA4CFC}">
      <dgm:prSet/>
      <dgm:spPr/>
      <dgm:t>
        <a:bodyPr/>
        <a:lstStyle/>
        <a:p>
          <a:endParaRPr lang="en-US"/>
        </a:p>
      </dgm:t>
    </dgm:pt>
    <dgm:pt modelId="{69551BC8-D752-BD4D-8125-90AAFAE2100C}" type="pres">
      <dgm:prSet presAssocID="{0CBFBADD-E48B-4035-B811-2ADA0105EDF3}" presName="compositeShape" presStyleCnt="0">
        <dgm:presLayoutVars>
          <dgm:chMax val="7"/>
          <dgm:dir/>
          <dgm:resizeHandles val="exact"/>
        </dgm:presLayoutVars>
      </dgm:prSet>
      <dgm:spPr/>
    </dgm:pt>
    <dgm:pt modelId="{E650A488-D52C-794F-B693-51A3A1451547}" type="pres">
      <dgm:prSet presAssocID="{0CBFBADD-E48B-4035-B811-2ADA0105EDF3}" presName="wedge1" presStyleLbl="node1" presStyleIdx="0" presStyleCnt="7"/>
      <dgm:spPr/>
    </dgm:pt>
    <dgm:pt modelId="{89F42E33-119F-6E42-9FD0-1E6A7AEC419C}" type="pres">
      <dgm:prSet presAssocID="{0CBFBADD-E48B-4035-B811-2ADA0105EDF3}" presName="dummy1a" presStyleCnt="0"/>
      <dgm:spPr/>
    </dgm:pt>
    <dgm:pt modelId="{959580CB-5B15-E249-BC8F-DB681104E31A}" type="pres">
      <dgm:prSet presAssocID="{0CBFBADD-E48B-4035-B811-2ADA0105EDF3}" presName="dummy1b" presStyleCnt="0"/>
      <dgm:spPr/>
    </dgm:pt>
    <dgm:pt modelId="{DD0D0BA3-AF8B-5E4D-ADA7-13993360FA69}" type="pres">
      <dgm:prSet presAssocID="{0CBFBADD-E48B-4035-B811-2ADA0105EDF3}" presName="wedge1Tx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A30110BD-9E15-0547-9FC0-BB4D1DDE00A1}" type="pres">
      <dgm:prSet presAssocID="{0CBFBADD-E48B-4035-B811-2ADA0105EDF3}" presName="wedge2" presStyleLbl="node1" presStyleIdx="1" presStyleCnt="7"/>
      <dgm:spPr/>
    </dgm:pt>
    <dgm:pt modelId="{C2EB664C-1EF4-F14B-9012-CA2B26AB2AE9}" type="pres">
      <dgm:prSet presAssocID="{0CBFBADD-E48B-4035-B811-2ADA0105EDF3}" presName="dummy2a" presStyleCnt="0"/>
      <dgm:spPr/>
    </dgm:pt>
    <dgm:pt modelId="{EC49446D-3081-A048-AD79-59AFA9098B23}" type="pres">
      <dgm:prSet presAssocID="{0CBFBADD-E48B-4035-B811-2ADA0105EDF3}" presName="dummy2b" presStyleCnt="0"/>
      <dgm:spPr/>
    </dgm:pt>
    <dgm:pt modelId="{A758BD9E-F700-C546-9F36-AA442D16BF41}" type="pres">
      <dgm:prSet presAssocID="{0CBFBADD-E48B-4035-B811-2ADA0105EDF3}" presName="wedge2Tx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B39BB0FD-40EE-174A-9A8E-922D9476FF06}" type="pres">
      <dgm:prSet presAssocID="{0CBFBADD-E48B-4035-B811-2ADA0105EDF3}" presName="wedge3" presStyleLbl="node1" presStyleIdx="2" presStyleCnt="7"/>
      <dgm:spPr/>
    </dgm:pt>
    <dgm:pt modelId="{40B8D2C8-94CB-2C46-8415-C2C7F3F3B8C3}" type="pres">
      <dgm:prSet presAssocID="{0CBFBADD-E48B-4035-B811-2ADA0105EDF3}" presName="dummy3a" presStyleCnt="0"/>
      <dgm:spPr/>
    </dgm:pt>
    <dgm:pt modelId="{9F12F2F3-B47A-4B4A-A363-CE8700C16763}" type="pres">
      <dgm:prSet presAssocID="{0CBFBADD-E48B-4035-B811-2ADA0105EDF3}" presName="dummy3b" presStyleCnt="0"/>
      <dgm:spPr/>
    </dgm:pt>
    <dgm:pt modelId="{43834413-29B9-1A4F-8B5D-8A3EA30A48C8}" type="pres">
      <dgm:prSet presAssocID="{0CBFBADD-E48B-4035-B811-2ADA0105EDF3}" presName="wedge3Tx" presStyleLbl="node1" presStyleIdx="2" presStyleCnt="7">
        <dgm:presLayoutVars>
          <dgm:chMax val="0"/>
          <dgm:chPref val="0"/>
          <dgm:bulletEnabled val="1"/>
        </dgm:presLayoutVars>
      </dgm:prSet>
      <dgm:spPr/>
    </dgm:pt>
    <dgm:pt modelId="{34C96C31-B9E2-F04E-A1DA-104D4E937FAE}" type="pres">
      <dgm:prSet presAssocID="{0CBFBADD-E48B-4035-B811-2ADA0105EDF3}" presName="wedge4" presStyleLbl="node1" presStyleIdx="3" presStyleCnt="7"/>
      <dgm:spPr/>
    </dgm:pt>
    <dgm:pt modelId="{F8D60520-CA6C-A041-B94D-61CB39AFF11F}" type="pres">
      <dgm:prSet presAssocID="{0CBFBADD-E48B-4035-B811-2ADA0105EDF3}" presName="dummy4a" presStyleCnt="0"/>
      <dgm:spPr/>
    </dgm:pt>
    <dgm:pt modelId="{51847744-9690-0840-8080-D2387A79CBCD}" type="pres">
      <dgm:prSet presAssocID="{0CBFBADD-E48B-4035-B811-2ADA0105EDF3}" presName="dummy4b" presStyleCnt="0"/>
      <dgm:spPr/>
    </dgm:pt>
    <dgm:pt modelId="{5DDA6A49-7DB6-5F40-BD21-F79C739EED66}" type="pres">
      <dgm:prSet presAssocID="{0CBFBADD-E48B-4035-B811-2ADA0105EDF3}" presName="wedge4Tx" presStyleLbl="node1" presStyleIdx="3" presStyleCnt="7">
        <dgm:presLayoutVars>
          <dgm:chMax val="0"/>
          <dgm:chPref val="0"/>
          <dgm:bulletEnabled val="1"/>
        </dgm:presLayoutVars>
      </dgm:prSet>
      <dgm:spPr/>
    </dgm:pt>
    <dgm:pt modelId="{D5B40CF0-C0A3-934F-863B-CF1FF9C5DEA3}" type="pres">
      <dgm:prSet presAssocID="{0CBFBADD-E48B-4035-B811-2ADA0105EDF3}" presName="wedge5" presStyleLbl="node1" presStyleIdx="4" presStyleCnt="7"/>
      <dgm:spPr/>
    </dgm:pt>
    <dgm:pt modelId="{7F871AF7-5A0B-6441-BE5A-55CB88C538F5}" type="pres">
      <dgm:prSet presAssocID="{0CBFBADD-E48B-4035-B811-2ADA0105EDF3}" presName="dummy5a" presStyleCnt="0"/>
      <dgm:spPr/>
    </dgm:pt>
    <dgm:pt modelId="{9FD93808-128B-274B-88AD-AAAC39176A5F}" type="pres">
      <dgm:prSet presAssocID="{0CBFBADD-E48B-4035-B811-2ADA0105EDF3}" presName="dummy5b" presStyleCnt="0"/>
      <dgm:spPr/>
    </dgm:pt>
    <dgm:pt modelId="{8380A0BA-D6C2-6546-BEC4-2DEC4AB8600A}" type="pres">
      <dgm:prSet presAssocID="{0CBFBADD-E48B-4035-B811-2ADA0105EDF3}" presName="wedge5Tx" presStyleLbl="node1" presStyleIdx="4" presStyleCnt="7">
        <dgm:presLayoutVars>
          <dgm:chMax val="0"/>
          <dgm:chPref val="0"/>
          <dgm:bulletEnabled val="1"/>
        </dgm:presLayoutVars>
      </dgm:prSet>
      <dgm:spPr/>
    </dgm:pt>
    <dgm:pt modelId="{8604B473-53DA-9F47-9C5D-9E4076D55C45}" type="pres">
      <dgm:prSet presAssocID="{0CBFBADD-E48B-4035-B811-2ADA0105EDF3}" presName="wedge6" presStyleLbl="node1" presStyleIdx="5" presStyleCnt="7"/>
      <dgm:spPr/>
    </dgm:pt>
    <dgm:pt modelId="{DAFD400E-816A-6B43-B42C-435DD59C2D23}" type="pres">
      <dgm:prSet presAssocID="{0CBFBADD-E48B-4035-B811-2ADA0105EDF3}" presName="dummy6a" presStyleCnt="0"/>
      <dgm:spPr/>
    </dgm:pt>
    <dgm:pt modelId="{2F55D68C-5DF0-994D-B125-0BE389280934}" type="pres">
      <dgm:prSet presAssocID="{0CBFBADD-E48B-4035-B811-2ADA0105EDF3}" presName="dummy6b" presStyleCnt="0"/>
      <dgm:spPr/>
    </dgm:pt>
    <dgm:pt modelId="{01DE717B-F181-6047-8BF3-02D92EC1F2D4}" type="pres">
      <dgm:prSet presAssocID="{0CBFBADD-E48B-4035-B811-2ADA0105EDF3}" presName="wedge6Tx" presStyleLbl="node1" presStyleIdx="5" presStyleCnt="7">
        <dgm:presLayoutVars>
          <dgm:chMax val="0"/>
          <dgm:chPref val="0"/>
          <dgm:bulletEnabled val="1"/>
        </dgm:presLayoutVars>
      </dgm:prSet>
      <dgm:spPr/>
    </dgm:pt>
    <dgm:pt modelId="{40D23F82-25DA-AF4C-B284-CAF65E39B84A}" type="pres">
      <dgm:prSet presAssocID="{0CBFBADD-E48B-4035-B811-2ADA0105EDF3}" presName="wedge7" presStyleLbl="node1" presStyleIdx="6" presStyleCnt="7"/>
      <dgm:spPr/>
    </dgm:pt>
    <dgm:pt modelId="{6229B081-52AB-7C4F-9B92-BAABBBE474AB}" type="pres">
      <dgm:prSet presAssocID="{0CBFBADD-E48B-4035-B811-2ADA0105EDF3}" presName="dummy7a" presStyleCnt="0"/>
      <dgm:spPr/>
    </dgm:pt>
    <dgm:pt modelId="{A50824CA-1F27-6D42-A09A-D142CCFA7E03}" type="pres">
      <dgm:prSet presAssocID="{0CBFBADD-E48B-4035-B811-2ADA0105EDF3}" presName="dummy7b" presStyleCnt="0"/>
      <dgm:spPr/>
    </dgm:pt>
    <dgm:pt modelId="{64014CD9-DBC9-D94B-8467-69E800278F6C}" type="pres">
      <dgm:prSet presAssocID="{0CBFBADD-E48B-4035-B811-2ADA0105EDF3}" presName="wedge7Tx" presStyleLbl="node1" presStyleIdx="6" presStyleCnt="7">
        <dgm:presLayoutVars>
          <dgm:chMax val="0"/>
          <dgm:chPref val="0"/>
          <dgm:bulletEnabled val="1"/>
        </dgm:presLayoutVars>
      </dgm:prSet>
      <dgm:spPr/>
    </dgm:pt>
    <dgm:pt modelId="{D17ABE42-60D6-CB4E-B524-65FBCD4C6476}" type="pres">
      <dgm:prSet presAssocID="{203839A6-0FDE-434C-9C5B-AB0EE81810AE}" presName="arrowWedge1" presStyleLbl="fgSibTrans2D1" presStyleIdx="0" presStyleCnt="7"/>
      <dgm:spPr/>
    </dgm:pt>
    <dgm:pt modelId="{C6849305-5E82-E34B-A989-CB71E403FAEA}" type="pres">
      <dgm:prSet presAssocID="{A1CA6526-6779-4555-AF40-2D7ED8E74C2D}" presName="arrowWedge2" presStyleLbl="fgSibTrans2D1" presStyleIdx="1" presStyleCnt="7"/>
      <dgm:spPr/>
    </dgm:pt>
    <dgm:pt modelId="{8BC4D9C0-8076-4B47-99A1-5A674F1E5E48}" type="pres">
      <dgm:prSet presAssocID="{EA6396D7-F43E-45AC-B12F-6D16FED973C0}" presName="arrowWedge3" presStyleLbl="fgSibTrans2D1" presStyleIdx="2" presStyleCnt="7"/>
      <dgm:spPr/>
    </dgm:pt>
    <dgm:pt modelId="{9D40486B-8A8E-304B-AF63-43E13B11FF4A}" type="pres">
      <dgm:prSet presAssocID="{87C2EF4C-4D2B-498E-A660-BB09F96331A0}" presName="arrowWedge4" presStyleLbl="fgSibTrans2D1" presStyleIdx="3" presStyleCnt="7"/>
      <dgm:spPr/>
    </dgm:pt>
    <dgm:pt modelId="{4F5B3A1B-88F0-984D-90B4-E8AA3ED63CC2}" type="pres">
      <dgm:prSet presAssocID="{3533D114-46EC-499F-BD8D-D922D1F9E8A8}" presName="arrowWedge5" presStyleLbl="fgSibTrans2D1" presStyleIdx="4" presStyleCnt="7"/>
      <dgm:spPr/>
    </dgm:pt>
    <dgm:pt modelId="{9CAD1F68-0C93-C942-B0C4-D66F20D7E45B}" type="pres">
      <dgm:prSet presAssocID="{84FF055C-DDE0-4EC4-849F-CDCBD7084B4E}" presName="arrowWedge6" presStyleLbl="fgSibTrans2D1" presStyleIdx="5" presStyleCnt="7"/>
      <dgm:spPr/>
    </dgm:pt>
    <dgm:pt modelId="{84214818-EB52-2046-BA89-3B829F8FE90C}" type="pres">
      <dgm:prSet presAssocID="{CD082509-087E-4C36-A0DE-0DA794ACE0EF}" presName="arrowWedge7" presStyleLbl="fgSibTrans2D1" presStyleIdx="6" presStyleCnt="7"/>
      <dgm:spPr/>
    </dgm:pt>
  </dgm:ptLst>
  <dgm:cxnLst>
    <dgm:cxn modelId="{BB264812-C4C2-D44A-9660-F2FBB001700D}" type="presOf" srcId="{E5C987E4-212F-4E68-8195-A0D2E4BB0C2A}" destId="{D5B40CF0-C0A3-934F-863B-CF1FF9C5DEA3}" srcOrd="0" destOrd="0" presId="urn:microsoft.com/office/officeart/2005/8/layout/cycle8"/>
    <dgm:cxn modelId="{B839EB13-1D5E-C447-85D2-35F35DA2DEF9}" type="presOf" srcId="{D6D3CB6D-FF5C-40FA-B146-C45152E14E5B}" destId="{B39BB0FD-40EE-174A-9A8E-922D9476FF06}" srcOrd="0" destOrd="0" presId="urn:microsoft.com/office/officeart/2005/8/layout/cycle8"/>
    <dgm:cxn modelId="{7CD7F01D-6D05-4886-95A1-853277553705}" srcId="{0CBFBADD-E48B-4035-B811-2ADA0105EDF3}" destId="{D6D3CB6D-FF5C-40FA-B146-C45152E14E5B}" srcOrd="2" destOrd="0" parTransId="{9E13E5FB-9551-4976-846B-1A2F8F98C39C}" sibTransId="{EA6396D7-F43E-45AC-B12F-6D16FED973C0}"/>
    <dgm:cxn modelId="{395D931E-3ACE-AE48-AFD3-E1A4FC20A74F}" type="presOf" srcId="{BA6EC2C0-7DC6-4166-BB1C-1B64AB96616F}" destId="{01DE717B-F181-6047-8BF3-02D92EC1F2D4}" srcOrd="1" destOrd="0" presId="urn:microsoft.com/office/officeart/2005/8/layout/cycle8"/>
    <dgm:cxn modelId="{D0212122-16A1-408A-9C18-231386703F0A}" srcId="{0CBFBADD-E48B-4035-B811-2ADA0105EDF3}" destId="{7BAE3F1F-FA32-404D-A51F-34EE2C6323CB}" srcOrd="3" destOrd="0" parTransId="{5C8423AA-9FFE-456A-9B83-9F018A2B9182}" sibTransId="{87C2EF4C-4D2B-498E-A660-BB09F96331A0}"/>
    <dgm:cxn modelId="{EA094022-EE1D-4BB4-8888-519329CC5999}" srcId="{0CBFBADD-E48B-4035-B811-2ADA0105EDF3}" destId="{8444AD29-1022-4A33-A99C-4EE0CA7B085A}" srcOrd="0" destOrd="0" parTransId="{AC140D64-F129-42A5-AA19-CA2305B0B70D}" sibTransId="{203839A6-0FDE-434C-9C5B-AB0EE81810AE}"/>
    <dgm:cxn modelId="{4597A222-BB3E-45E6-B57D-C313CE06242F}" srcId="{0CBFBADD-E48B-4035-B811-2ADA0105EDF3}" destId="{E5C987E4-212F-4E68-8195-A0D2E4BB0C2A}" srcOrd="4" destOrd="0" parTransId="{576F2404-6B1C-4C30-A469-D9CE95BACBE3}" sibTransId="{3533D114-46EC-499F-BD8D-D922D1F9E8A8}"/>
    <dgm:cxn modelId="{6D380930-22AB-1D4C-9AD3-C80EBC4A118B}" type="presOf" srcId="{68E404BC-04C5-4C0C-9088-55E269D7462B}" destId="{40D23F82-25DA-AF4C-B284-CAF65E39B84A}" srcOrd="0" destOrd="0" presId="urn:microsoft.com/office/officeart/2005/8/layout/cycle8"/>
    <dgm:cxn modelId="{C6020D37-119A-2E4E-8B4B-BDDC7CB4E9E1}" type="presOf" srcId="{E5C987E4-212F-4E68-8195-A0D2E4BB0C2A}" destId="{8380A0BA-D6C2-6546-BEC4-2DEC4AB8600A}" srcOrd="1" destOrd="0" presId="urn:microsoft.com/office/officeart/2005/8/layout/cycle8"/>
    <dgm:cxn modelId="{44E95155-C616-A94F-9B3A-FF9E71CA9C21}" type="presOf" srcId="{7BAE3F1F-FA32-404D-A51F-34EE2C6323CB}" destId="{5DDA6A49-7DB6-5F40-BD21-F79C739EED66}" srcOrd="1" destOrd="0" presId="urn:microsoft.com/office/officeart/2005/8/layout/cycle8"/>
    <dgm:cxn modelId="{9D78615F-525B-D74D-86B9-9A454072955A}" type="presOf" srcId="{7BAE3F1F-FA32-404D-A51F-34EE2C6323CB}" destId="{34C96C31-B9E2-F04E-A1DA-104D4E937FAE}" srcOrd="0" destOrd="0" presId="urn:microsoft.com/office/officeart/2005/8/layout/cycle8"/>
    <dgm:cxn modelId="{C16E467D-4524-E747-A276-6AD16C3E6C48}" type="presOf" srcId="{ADD8565F-5163-4DEF-8A7B-8F7A717C64AE}" destId="{A758BD9E-F700-C546-9F36-AA442D16BF41}" srcOrd="1" destOrd="0" presId="urn:microsoft.com/office/officeart/2005/8/layout/cycle8"/>
    <dgm:cxn modelId="{D691C686-4962-FA4F-868D-B6222AD26014}" type="presOf" srcId="{ADD8565F-5163-4DEF-8A7B-8F7A717C64AE}" destId="{A30110BD-9E15-0547-9FC0-BB4D1DDE00A1}" srcOrd="0" destOrd="0" presId="urn:microsoft.com/office/officeart/2005/8/layout/cycle8"/>
    <dgm:cxn modelId="{A8BCB292-FD02-B24E-8222-00CBD456EFBA}" type="presOf" srcId="{D6D3CB6D-FF5C-40FA-B146-C45152E14E5B}" destId="{43834413-29B9-1A4F-8B5D-8A3EA30A48C8}" srcOrd="1" destOrd="0" presId="urn:microsoft.com/office/officeart/2005/8/layout/cycle8"/>
    <dgm:cxn modelId="{506FFD92-C37E-D74A-9C9A-6380B3FEBC66}" type="presOf" srcId="{68E404BC-04C5-4C0C-9088-55E269D7462B}" destId="{64014CD9-DBC9-D94B-8467-69E800278F6C}" srcOrd="1" destOrd="0" presId="urn:microsoft.com/office/officeart/2005/8/layout/cycle8"/>
    <dgm:cxn modelId="{FA56FE9A-E699-4DE8-B392-DB8484CA4CFC}" srcId="{0CBFBADD-E48B-4035-B811-2ADA0105EDF3}" destId="{68E404BC-04C5-4C0C-9088-55E269D7462B}" srcOrd="6" destOrd="0" parTransId="{85408E27-8C9A-4AB0-9367-32C7E2BE7E08}" sibTransId="{CD082509-087E-4C36-A0DE-0DA794ACE0EF}"/>
    <dgm:cxn modelId="{26F723A1-B617-A244-BB6B-09743328A468}" type="presOf" srcId="{0CBFBADD-E48B-4035-B811-2ADA0105EDF3}" destId="{69551BC8-D752-BD4D-8125-90AAFAE2100C}" srcOrd="0" destOrd="0" presId="urn:microsoft.com/office/officeart/2005/8/layout/cycle8"/>
    <dgm:cxn modelId="{706371AA-88DB-44DA-AD2A-55ADAF59359C}" srcId="{0CBFBADD-E48B-4035-B811-2ADA0105EDF3}" destId="{ADD8565F-5163-4DEF-8A7B-8F7A717C64AE}" srcOrd="1" destOrd="0" parTransId="{C8F616B4-6A9D-40EF-A27F-001C27BA0C40}" sibTransId="{A1CA6526-6779-4555-AF40-2D7ED8E74C2D}"/>
    <dgm:cxn modelId="{FE4B80CE-B6AD-4A46-BB6F-086609BD4CC3}" type="presOf" srcId="{BA6EC2C0-7DC6-4166-BB1C-1B64AB96616F}" destId="{8604B473-53DA-9F47-9C5D-9E4076D55C45}" srcOrd="0" destOrd="0" presId="urn:microsoft.com/office/officeart/2005/8/layout/cycle8"/>
    <dgm:cxn modelId="{B18EE0DC-F338-2E46-989E-5957D2ECEBB9}" type="presOf" srcId="{8444AD29-1022-4A33-A99C-4EE0CA7B085A}" destId="{DD0D0BA3-AF8B-5E4D-ADA7-13993360FA69}" srcOrd="1" destOrd="0" presId="urn:microsoft.com/office/officeart/2005/8/layout/cycle8"/>
    <dgm:cxn modelId="{3C1FC3ED-EC04-4DB5-83FF-D217D7C4797A}" srcId="{0CBFBADD-E48B-4035-B811-2ADA0105EDF3}" destId="{BA6EC2C0-7DC6-4166-BB1C-1B64AB96616F}" srcOrd="5" destOrd="0" parTransId="{1E18642F-8E3D-4A11-8C7D-AB2EA0E49C6B}" sibTransId="{84FF055C-DDE0-4EC4-849F-CDCBD7084B4E}"/>
    <dgm:cxn modelId="{6BBBB2F6-FD6A-5F49-8C07-80CDB87F486D}" type="presOf" srcId="{8444AD29-1022-4A33-A99C-4EE0CA7B085A}" destId="{E650A488-D52C-794F-B693-51A3A1451547}" srcOrd="0" destOrd="0" presId="urn:microsoft.com/office/officeart/2005/8/layout/cycle8"/>
    <dgm:cxn modelId="{3140D35E-11E8-FA4D-9CBE-42946A1D729A}" type="presParOf" srcId="{69551BC8-D752-BD4D-8125-90AAFAE2100C}" destId="{E650A488-D52C-794F-B693-51A3A1451547}" srcOrd="0" destOrd="0" presId="urn:microsoft.com/office/officeart/2005/8/layout/cycle8"/>
    <dgm:cxn modelId="{F1A60926-7DFF-AA4E-879A-8438B4D59ADE}" type="presParOf" srcId="{69551BC8-D752-BD4D-8125-90AAFAE2100C}" destId="{89F42E33-119F-6E42-9FD0-1E6A7AEC419C}" srcOrd="1" destOrd="0" presId="urn:microsoft.com/office/officeart/2005/8/layout/cycle8"/>
    <dgm:cxn modelId="{B6719590-555D-1749-AD31-FB86B5934CB9}" type="presParOf" srcId="{69551BC8-D752-BD4D-8125-90AAFAE2100C}" destId="{959580CB-5B15-E249-BC8F-DB681104E31A}" srcOrd="2" destOrd="0" presId="urn:microsoft.com/office/officeart/2005/8/layout/cycle8"/>
    <dgm:cxn modelId="{276564CA-C591-1443-8D9C-77B859ECF87D}" type="presParOf" srcId="{69551BC8-D752-BD4D-8125-90AAFAE2100C}" destId="{DD0D0BA3-AF8B-5E4D-ADA7-13993360FA69}" srcOrd="3" destOrd="0" presId="urn:microsoft.com/office/officeart/2005/8/layout/cycle8"/>
    <dgm:cxn modelId="{6588F37E-D00B-1343-B74E-B495470C902B}" type="presParOf" srcId="{69551BC8-D752-BD4D-8125-90AAFAE2100C}" destId="{A30110BD-9E15-0547-9FC0-BB4D1DDE00A1}" srcOrd="4" destOrd="0" presId="urn:microsoft.com/office/officeart/2005/8/layout/cycle8"/>
    <dgm:cxn modelId="{2FB78582-9EAD-EC44-80F3-B19AACC87ABB}" type="presParOf" srcId="{69551BC8-D752-BD4D-8125-90AAFAE2100C}" destId="{C2EB664C-1EF4-F14B-9012-CA2B26AB2AE9}" srcOrd="5" destOrd="0" presId="urn:microsoft.com/office/officeart/2005/8/layout/cycle8"/>
    <dgm:cxn modelId="{994B2017-BFDA-D340-AF5D-DFED79A71A70}" type="presParOf" srcId="{69551BC8-D752-BD4D-8125-90AAFAE2100C}" destId="{EC49446D-3081-A048-AD79-59AFA9098B23}" srcOrd="6" destOrd="0" presId="urn:microsoft.com/office/officeart/2005/8/layout/cycle8"/>
    <dgm:cxn modelId="{6C0B3FB7-20AC-5C4B-A053-24D7A3B8AAB7}" type="presParOf" srcId="{69551BC8-D752-BD4D-8125-90AAFAE2100C}" destId="{A758BD9E-F700-C546-9F36-AA442D16BF41}" srcOrd="7" destOrd="0" presId="urn:microsoft.com/office/officeart/2005/8/layout/cycle8"/>
    <dgm:cxn modelId="{77ECA678-CF9A-9848-B8D7-B5A9613EC51D}" type="presParOf" srcId="{69551BC8-D752-BD4D-8125-90AAFAE2100C}" destId="{B39BB0FD-40EE-174A-9A8E-922D9476FF06}" srcOrd="8" destOrd="0" presId="urn:microsoft.com/office/officeart/2005/8/layout/cycle8"/>
    <dgm:cxn modelId="{0FEA9A6C-9908-7849-A963-944A468E7FE4}" type="presParOf" srcId="{69551BC8-D752-BD4D-8125-90AAFAE2100C}" destId="{40B8D2C8-94CB-2C46-8415-C2C7F3F3B8C3}" srcOrd="9" destOrd="0" presId="urn:microsoft.com/office/officeart/2005/8/layout/cycle8"/>
    <dgm:cxn modelId="{EBA44F06-1413-6F41-8F29-A1A64F786FD6}" type="presParOf" srcId="{69551BC8-D752-BD4D-8125-90AAFAE2100C}" destId="{9F12F2F3-B47A-4B4A-A363-CE8700C16763}" srcOrd="10" destOrd="0" presId="urn:microsoft.com/office/officeart/2005/8/layout/cycle8"/>
    <dgm:cxn modelId="{EDFEE240-8837-4741-9E29-6C0F5633C7BF}" type="presParOf" srcId="{69551BC8-D752-BD4D-8125-90AAFAE2100C}" destId="{43834413-29B9-1A4F-8B5D-8A3EA30A48C8}" srcOrd="11" destOrd="0" presId="urn:microsoft.com/office/officeart/2005/8/layout/cycle8"/>
    <dgm:cxn modelId="{CBE7C0D7-6789-6943-9532-CE93759B61F8}" type="presParOf" srcId="{69551BC8-D752-BD4D-8125-90AAFAE2100C}" destId="{34C96C31-B9E2-F04E-A1DA-104D4E937FAE}" srcOrd="12" destOrd="0" presId="urn:microsoft.com/office/officeart/2005/8/layout/cycle8"/>
    <dgm:cxn modelId="{9F2033E7-7BE7-414E-BB37-E8C6CD379C8E}" type="presParOf" srcId="{69551BC8-D752-BD4D-8125-90AAFAE2100C}" destId="{F8D60520-CA6C-A041-B94D-61CB39AFF11F}" srcOrd="13" destOrd="0" presId="urn:microsoft.com/office/officeart/2005/8/layout/cycle8"/>
    <dgm:cxn modelId="{E99EF3D0-96F6-674F-A214-282A1AD807CC}" type="presParOf" srcId="{69551BC8-D752-BD4D-8125-90AAFAE2100C}" destId="{51847744-9690-0840-8080-D2387A79CBCD}" srcOrd="14" destOrd="0" presId="urn:microsoft.com/office/officeart/2005/8/layout/cycle8"/>
    <dgm:cxn modelId="{891854A5-01C8-DE48-AB37-985118B4C8F0}" type="presParOf" srcId="{69551BC8-D752-BD4D-8125-90AAFAE2100C}" destId="{5DDA6A49-7DB6-5F40-BD21-F79C739EED66}" srcOrd="15" destOrd="0" presId="urn:microsoft.com/office/officeart/2005/8/layout/cycle8"/>
    <dgm:cxn modelId="{2E1D768E-3523-CF40-A336-BCF97E681B4D}" type="presParOf" srcId="{69551BC8-D752-BD4D-8125-90AAFAE2100C}" destId="{D5B40CF0-C0A3-934F-863B-CF1FF9C5DEA3}" srcOrd="16" destOrd="0" presId="urn:microsoft.com/office/officeart/2005/8/layout/cycle8"/>
    <dgm:cxn modelId="{E335CDE1-7BFA-8949-8C16-7BAE209EC4FD}" type="presParOf" srcId="{69551BC8-D752-BD4D-8125-90AAFAE2100C}" destId="{7F871AF7-5A0B-6441-BE5A-55CB88C538F5}" srcOrd="17" destOrd="0" presId="urn:microsoft.com/office/officeart/2005/8/layout/cycle8"/>
    <dgm:cxn modelId="{0BBFD991-7889-154E-BF27-B0AB7E60216A}" type="presParOf" srcId="{69551BC8-D752-BD4D-8125-90AAFAE2100C}" destId="{9FD93808-128B-274B-88AD-AAAC39176A5F}" srcOrd="18" destOrd="0" presId="urn:microsoft.com/office/officeart/2005/8/layout/cycle8"/>
    <dgm:cxn modelId="{9D17256F-6FA4-984D-A767-62687F8BE8DC}" type="presParOf" srcId="{69551BC8-D752-BD4D-8125-90AAFAE2100C}" destId="{8380A0BA-D6C2-6546-BEC4-2DEC4AB8600A}" srcOrd="19" destOrd="0" presId="urn:microsoft.com/office/officeart/2005/8/layout/cycle8"/>
    <dgm:cxn modelId="{8AAA9597-073D-A24C-8DB0-11A2B5C61454}" type="presParOf" srcId="{69551BC8-D752-BD4D-8125-90AAFAE2100C}" destId="{8604B473-53DA-9F47-9C5D-9E4076D55C45}" srcOrd="20" destOrd="0" presId="urn:microsoft.com/office/officeart/2005/8/layout/cycle8"/>
    <dgm:cxn modelId="{1CB8CF57-E7D5-E241-9C00-A2CDFF5ED325}" type="presParOf" srcId="{69551BC8-D752-BD4D-8125-90AAFAE2100C}" destId="{DAFD400E-816A-6B43-B42C-435DD59C2D23}" srcOrd="21" destOrd="0" presId="urn:microsoft.com/office/officeart/2005/8/layout/cycle8"/>
    <dgm:cxn modelId="{B60D9129-968E-E840-BF95-A0570ED21001}" type="presParOf" srcId="{69551BC8-D752-BD4D-8125-90AAFAE2100C}" destId="{2F55D68C-5DF0-994D-B125-0BE389280934}" srcOrd="22" destOrd="0" presId="urn:microsoft.com/office/officeart/2005/8/layout/cycle8"/>
    <dgm:cxn modelId="{593A0417-4F66-CC45-A696-137D9C0C4EA6}" type="presParOf" srcId="{69551BC8-D752-BD4D-8125-90AAFAE2100C}" destId="{01DE717B-F181-6047-8BF3-02D92EC1F2D4}" srcOrd="23" destOrd="0" presId="urn:microsoft.com/office/officeart/2005/8/layout/cycle8"/>
    <dgm:cxn modelId="{E8A14B32-BD46-084F-8A21-2D8798B0C0A8}" type="presParOf" srcId="{69551BC8-D752-BD4D-8125-90AAFAE2100C}" destId="{40D23F82-25DA-AF4C-B284-CAF65E39B84A}" srcOrd="24" destOrd="0" presId="urn:microsoft.com/office/officeart/2005/8/layout/cycle8"/>
    <dgm:cxn modelId="{9794247E-8B50-2F45-A96B-DABBF394539D}" type="presParOf" srcId="{69551BC8-D752-BD4D-8125-90AAFAE2100C}" destId="{6229B081-52AB-7C4F-9B92-BAABBBE474AB}" srcOrd="25" destOrd="0" presId="urn:microsoft.com/office/officeart/2005/8/layout/cycle8"/>
    <dgm:cxn modelId="{A8DA57A8-6B0C-C449-92F1-07A232FEFFAA}" type="presParOf" srcId="{69551BC8-D752-BD4D-8125-90AAFAE2100C}" destId="{A50824CA-1F27-6D42-A09A-D142CCFA7E03}" srcOrd="26" destOrd="0" presId="urn:microsoft.com/office/officeart/2005/8/layout/cycle8"/>
    <dgm:cxn modelId="{AF2568C9-E8D7-7343-9514-26D52C599BCC}" type="presParOf" srcId="{69551BC8-D752-BD4D-8125-90AAFAE2100C}" destId="{64014CD9-DBC9-D94B-8467-69E800278F6C}" srcOrd="27" destOrd="0" presId="urn:microsoft.com/office/officeart/2005/8/layout/cycle8"/>
    <dgm:cxn modelId="{0F3199E7-1EB1-8748-85F7-33FBF7836726}" type="presParOf" srcId="{69551BC8-D752-BD4D-8125-90AAFAE2100C}" destId="{D17ABE42-60D6-CB4E-B524-65FBCD4C6476}" srcOrd="28" destOrd="0" presId="urn:microsoft.com/office/officeart/2005/8/layout/cycle8"/>
    <dgm:cxn modelId="{2CBED406-5DED-0D40-84E9-3FE411547AEC}" type="presParOf" srcId="{69551BC8-D752-BD4D-8125-90AAFAE2100C}" destId="{C6849305-5E82-E34B-A989-CB71E403FAEA}" srcOrd="29" destOrd="0" presId="urn:microsoft.com/office/officeart/2005/8/layout/cycle8"/>
    <dgm:cxn modelId="{0F16BE9F-50B5-4041-AD66-EFFED953BB4E}" type="presParOf" srcId="{69551BC8-D752-BD4D-8125-90AAFAE2100C}" destId="{8BC4D9C0-8076-4B47-99A1-5A674F1E5E48}" srcOrd="30" destOrd="0" presId="urn:microsoft.com/office/officeart/2005/8/layout/cycle8"/>
    <dgm:cxn modelId="{A1E7CB55-0A7C-CA4E-B456-7B2E208460BC}" type="presParOf" srcId="{69551BC8-D752-BD4D-8125-90AAFAE2100C}" destId="{9D40486B-8A8E-304B-AF63-43E13B11FF4A}" srcOrd="31" destOrd="0" presId="urn:microsoft.com/office/officeart/2005/8/layout/cycle8"/>
    <dgm:cxn modelId="{E243C1E5-D060-1245-A987-AF82B4CDE7AE}" type="presParOf" srcId="{69551BC8-D752-BD4D-8125-90AAFAE2100C}" destId="{4F5B3A1B-88F0-984D-90B4-E8AA3ED63CC2}" srcOrd="32" destOrd="0" presId="urn:microsoft.com/office/officeart/2005/8/layout/cycle8"/>
    <dgm:cxn modelId="{43C9FCC1-03EF-204E-A319-5A9AD74579E6}" type="presParOf" srcId="{69551BC8-D752-BD4D-8125-90AAFAE2100C}" destId="{9CAD1F68-0C93-C942-B0C4-D66F20D7E45B}" srcOrd="33" destOrd="0" presId="urn:microsoft.com/office/officeart/2005/8/layout/cycle8"/>
    <dgm:cxn modelId="{F08AF058-D5A0-BC41-95BB-A2519A72EB1E}" type="presParOf" srcId="{69551BC8-D752-BD4D-8125-90AAFAE2100C}" destId="{84214818-EB52-2046-BA89-3B829F8FE90C}" srcOrd="3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AE777DB-4D40-4D18-84E9-8D7AFBE118ED}" type="doc">
      <dgm:prSet loTypeId="urn:microsoft.com/office/officeart/2005/8/layout/vList5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C136B6B4-932D-40C8-9148-CD40CF8E51DE}">
      <dgm:prSet/>
      <dgm:spPr/>
      <dgm:t>
        <a:bodyPr/>
        <a:lstStyle/>
        <a:p>
          <a:r>
            <a:rPr lang="en-US" dirty="0"/>
            <a:t>NFR1 – Usability: Simple and intuitive interface.</a:t>
          </a:r>
        </a:p>
      </dgm:t>
    </dgm:pt>
    <dgm:pt modelId="{8DA991FF-7E5A-4F38-897B-A8A469D02F77}" type="parTrans" cxnId="{FAE0BBAB-FA7F-4063-B004-063489563E61}">
      <dgm:prSet/>
      <dgm:spPr/>
      <dgm:t>
        <a:bodyPr/>
        <a:lstStyle/>
        <a:p>
          <a:endParaRPr lang="en-US"/>
        </a:p>
      </dgm:t>
    </dgm:pt>
    <dgm:pt modelId="{C9A327B9-93D5-4C77-969F-45655A75128F}" type="sibTrans" cxnId="{FAE0BBAB-FA7F-4063-B004-063489563E61}">
      <dgm:prSet/>
      <dgm:spPr/>
      <dgm:t>
        <a:bodyPr/>
        <a:lstStyle/>
        <a:p>
          <a:endParaRPr lang="en-US"/>
        </a:p>
      </dgm:t>
    </dgm:pt>
    <dgm:pt modelId="{5F6BC9B2-9F44-43DE-9CCE-D458A02D2362}">
      <dgm:prSet/>
      <dgm:spPr/>
      <dgm:t>
        <a:bodyPr/>
        <a:lstStyle/>
        <a:p>
          <a:r>
            <a:rPr lang="en-US" dirty="0"/>
            <a:t>NFR2 – Performance: Load menus in under 2 seconds.</a:t>
          </a:r>
        </a:p>
      </dgm:t>
    </dgm:pt>
    <dgm:pt modelId="{2DA194F2-EB69-441E-B8E1-09B3213A0B0B}" type="parTrans" cxnId="{CEBBF6B4-C9BB-492F-8FA0-E79488167B91}">
      <dgm:prSet/>
      <dgm:spPr/>
      <dgm:t>
        <a:bodyPr/>
        <a:lstStyle/>
        <a:p>
          <a:endParaRPr lang="en-US"/>
        </a:p>
      </dgm:t>
    </dgm:pt>
    <dgm:pt modelId="{78DEE5CB-86EE-45EC-8284-EF8C9768E9C2}" type="sibTrans" cxnId="{CEBBF6B4-C9BB-492F-8FA0-E79488167B91}">
      <dgm:prSet/>
      <dgm:spPr/>
      <dgm:t>
        <a:bodyPr/>
        <a:lstStyle/>
        <a:p>
          <a:endParaRPr lang="en-US"/>
        </a:p>
      </dgm:t>
    </dgm:pt>
    <dgm:pt modelId="{C3E94EE6-1822-451E-A349-CFF260AC07FF}">
      <dgm:prSet/>
      <dgm:spPr/>
      <dgm:t>
        <a:bodyPr/>
        <a:lstStyle/>
        <a:p>
          <a:r>
            <a:rPr lang="en-US" dirty="0"/>
            <a:t>NFR3 – Security: Encrypted communication and JWT auth.</a:t>
          </a:r>
        </a:p>
      </dgm:t>
    </dgm:pt>
    <dgm:pt modelId="{5D9B3D09-321C-4A88-A319-4DB283452567}" type="parTrans" cxnId="{27342701-CA9F-4FFA-93A0-A8A5D7AA74BC}">
      <dgm:prSet/>
      <dgm:spPr/>
      <dgm:t>
        <a:bodyPr/>
        <a:lstStyle/>
        <a:p>
          <a:endParaRPr lang="en-US"/>
        </a:p>
      </dgm:t>
    </dgm:pt>
    <dgm:pt modelId="{559C09A6-8F74-4836-A22A-3B4D7098C1BF}" type="sibTrans" cxnId="{27342701-CA9F-4FFA-93A0-A8A5D7AA74BC}">
      <dgm:prSet/>
      <dgm:spPr/>
      <dgm:t>
        <a:bodyPr/>
        <a:lstStyle/>
        <a:p>
          <a:endParaRPr lang="en-US"/>
        </a:p>
      </dgm:t>
    </dgm:pt>
    <dgm:pt modelId="{EFA9F152-0A33-444C-978B-E52645A263E1}">
      <dgm:prSet/>
      <dgm:spPr/>
      <dgm:t>
        <a:bodyPr/>
        <a:lstStyle/>
        <a:p>
          <a:r>
            <a:rPr lang="en-US" dirty="0"/>
            <a:t>NFR4 – Reliability: Continuous uptime for live orders.</a:t>
          </a:r>
        </a:p>
      </dgm:t>
    </dgm:pt>
    <dgm:pt modelId="{A831AB18-21FC-49FC-8625-905F861BCAB4}" type="parTrans" cxnId="{6CFE995F-2CBF-46F3-BFB5-BFAFFB224A8D}">
      <dgm:prSet/>
      <dgm:spPr/>
      <dgm:t>
        <a:bodyPr/>
        <a:lstStyle/>
        <a:p>
          <a:endParaRPr lang="en-US"/>
        </a:p>
      </dgm:t>
    </dgm:pt>
    <dgm:pt modelId="{DA04D6F5-56C7-400A-84EA-1A1D8B28F90C}" type="sibTrans" cxnId="{6CFE995F-2CBF-46F3-BFB5-BFAFFB224A8D}">
      <dgm:prSet/>
      <dgm:spPr/>
      <dgm:t>
        <a:bodyPr/>
        <a:lstStyle/>
        <a:p>
          <a:endParaRPr lang="en-US"/>
        </a:p>
      </dgm:t>
    </dgm:pt>
    <dgm:pt modelId="{E47B2292-C275-48DF-B40D-3D856A882E27}">
      <dgm:prSet/>
      <dgm:spPr/>
      <dgm:t>
        <a:bodyPr/>
        <a:lstStyle/>
        <a:p>
          <a:r>
            <a:rPr lang="en-US" dirty="0"/>
            <a:t>NFR5 – Scalability: Support multiple branches/restaurants.</a:t>
          </a:r>
        </a:p>
      </dgm:t>
    </dgm:pt>
    <dgm:pt modelId="{C21BBF6A-B765-4910-8285-7305500AF939}" type="parTrans" cxnId="{928053CA-6075-4522-BCC6-6C811423151C}">
      <dgm:prSet/>
      <dgm:spPr/>
      <dgm:t>
        <a:bodyPr/>
        <a:lstStyle/>
        <a:p>
          <a:endParaRPr lang="en-US"/>
        </a:p>
      </dgm:t>
    </dgm:pt>
    <dgm:pt modelId="{EEFC536A-E0B5-41BB-B9C1-BEDF51B51776}" type="sibTrans" cxnId="{928053CA-6075-4522-BCC6-6C811423151C}">
      <dgm:prSet/>
      <dgm:spPr/>
      <dgm:t>
        <a:bodyPr/>
        <a:lstStyle/>
        <a:p>
          <a:endParaRPr lang="en-US"/>
        </a:p>
      </dgm:t>
    </dgm:pt>
    <dgm:pt modelId="{94F99031-B07D-4566-97E8-11655134AECD}">
      <dgm:prSet/>
      <dgm:spPr/>
      <dgm:t>
        <a:bodyPr/>
        <a:lstStyle/>
        <a:p>
          <a:r>
            <a:rPr lang="en-US" dirty="0"/>
            <a:t>NFR6 – Localization: Display in Naira (₦) and Nigerian dishes.</a:t>
          </a:r>
        </a:p>
      </dgm:t>
    </dgm:pt>
    <dgm:pt modelId="{828879A5-15AF-497A-80C7-830E9BD65D11}" type="parTrans" cxnId="{A0F7C523-FD4B-4274-AD17-D1380D81FBF4}">
      <dgm:prSet/>
      <dgm:spPr/>
      <dgm:t>
        <a:bodyPr/>
        <a:lstStyle/>
        <a:p>
          <a:endParaRPr lang="en-US"/>
        </a:p>
      </dgm:t>
    </dgm:pt>
    <dgm:pt modelId="{4D09671E-4F87-4EA8-BA4E-AD809A6AC7E8}" type="sibTrans" cxnId="{A0F7C523-FD4B-4274-AD17-D1380D81FBF4}">
      <dgm:prSet/>
      <dgm:spPr/>
      <dgm:t>
        <a:bodyPr/>
        <a:lstStyle/>
        <a:p>
          <a:endParaRPr lang="en-US"/>
        </a:p>
      </dgm:t>
    </dgm:pt>
    <dgm:pt modelId="{3F71430D-F056-5249-AC57-62B801174E33}" type="pres">
      <dgm:prSet presAssocID="{3AE777DB-4D40-4D18-84E9-8D7AFBE118ED}" presName="Name0" presStyleCnt="0">
        <dgm:presLayoutVars>
          <dgm:dir/>
          <dgm:animLvl val="lvl"/>
          <dgm:resizeHandles val="exact"/>
        </dgm:presLayoutVars>
      </dgm:prSet>
      <dgm:spPr/>
    </dgm:pt>
    <dgm:pt modelId="{12A62573-F3C6-BA42-AE86-DF5A2EED0B83}" type="pres">
      <dgm:prSet presAssocID="{C136B6B4-932D-40C8-9148-CD40CF8E51DE}" presName="linNode" presStyleCnt="0"/>
      <dgm:spPr/>
    </dgm:pt>
    <dgm:pt modelId="{AC2640E8-FC05-1A44-A5BC-86F9A2C5C274}" type="pres">
      <dgm:prSet presAssocID="{C136B6B4-932D-40C8-9148-CD40CF8E51DE}" presName="parentText" presStyleLbl="node1" presStyleIdx="0" presStyleCnt="6">
        <dgm:presLayoutVars>
          <dgm:chMax val="1"/>
          <dgm:bulletEnabled val="1"/>
        </dgm:presLayoutVars>
      </dgm:prSet>
      <dgm:spPr/>
    </dgm:pt>
    <dgm:pt modelId="{3872FE7F-081A-A24F-9571-CBBD994273C5}" type="pres">
      <dgm:prSet presAssocID="{C9A327B9-93D5-4C77-969F-45655A75128F}" presName="sp" presStyleCnt="0"/>
      <dgm:spPr/>
    </dgm:pt>
    <dgm:pt modelId="{1EECD7FA-508C-9F40-BA30-1BD63A8616FD}" type="pres">
      <dgm:prSet presAssocID="{5F6BC9B2-9F44-43DE-9CCE-D458A02D2362}" presName="linNode" presStyleCnt="0"/>
      <dgm:spPr/>
    </dgm:pt>
    <dgm:pt modelId="{65526BE0-E2B2-0E4A-BC57-80A357DA0EF5}" type="pres">
      <dgm:prSet presAssocID="{5F6BC9B2-9F44-43DE-9CCE-D458A02D2362}" presName="parentText" presStyleLbl="node1" presStyleIdx="1" presStyleCnt="6">
        <dgm:presLayoutVars>
          <dgm:chMax val="1"/>
          <dgm:bulletEnabled val="1"/>
        </dgm:presLayoutVars>
      </dgm:prSet>
      <dgm:spPr/>
    </dgm:pt>
    <dgm:pt modelId="{E2E10E0B-0916-DB45-9F25-CBFFE2728B28}" type="pres">
      <dgm:prSet presAssocID="{78DEE5CB-86EE-45EC-8284-EF8C9768E9C2}" presName="sp" presStyleCnt="0"/>
      <dgm:spPr/>
    </dgm:pt>
    <dgm:pt modelId="{593566E7-B189-DE4A-96EA-8AB8385FCE49}" type="pres">
      <dgm:prSet presAssocID="{C3E94EE6-1822-451E-A349-CFF260AC07FF}" presName="linNode" presStyleCnt="0"/>
      <dgm:spPr/>
    </dgm:pt>
    <dgm:pt modelId="{3C02251E-EEA2-9242-974C-42308974AEC0}" type="pres">
      <dgm:prSet presAssocID="{C3E94EE6-1822-451E-A349-CFF260AC07FF}" presName="parentText" presStyleLbl="node1" presStyleIdx="2" presStyleCnt="6">
        <dgm:presLayoutVars>
          <dgm:chMax val="1"/>
          <dgm:bulletEnabled val="1"/>
        </dgm:presLayoutVars>
      </dgm:prSet>
      <dgm:spPr/>
    </dgm:pt>
    <dgm:pt modelId="{3626EA53-4F7A-D547-990C-A972F9027A34}" type="pres">
      <dgm:prSet presAssocID="{559C09A6-8F74-4836-A22A-3B4D7098C1BF}" presName="sp" presStyleCnt="0"/>
      <dgm:spPr/>
    </dgm:pt>
    <dgm:pt modelId="{B93EA27C-6C20-B54D-ACD9-EA68F8A44D97}" type="pres">
      <dgm:prSet presAssocID="{EFA9F152-0A33-444C-978B-E52645A263E1}" presName="linNode" presStyleCnt="0"/>
      <dgm:spPr/>
    </dgm:pt>
    <dgm:pt modelId="{3BAFAAF8-C48E-0A41-AC4D-7F92DBBCD4DD}" type="pres">
      <dgm:prSet presAssocID="{EFA9F152-0A33-444C-978B-E52645A263E1}" presName="parentText" presStyleLbl="node1" presStyleIdx="3" presStyleCnt="6">
        <dgm:presLayoutVars>
          <dgm:chMax val="1"/>
          <dgm:bulletEnabled val="1"/>
        </dgm:presLayoutVars>
      </dgm:prSet>
      <dgm:spPr/>
    </dgm:pt>
    <dgm:pt modelId="{174A4C04-A66B-1444-B612-27DACEE77ED0}" type="pres">
      <dgm:prSet presAssocID="{DA04D6F5-56C7-400A-84EA-1A1D8B28F90C}" presName="sp" presStyleCnt="0"/>
      <dgm:spPr/>
    </dgm:pt>
    <dgm:pt modelId="{AEC8DDAE-C3A1-4948-9A45-BC70DB50AD7F}" type="pres">
      <dgm:prSet presAssocID="{E47B2292-C275-48DF-B40D-3D856A882E27}" presName="linNode" presStyleCnt="0"/>
      <dgm:spPr/>
    </dgm:pt>
    <dgm:pt modelId="{C249AE7C-E7F9-5046-B1B4-792A17A66795}" type="pres">
      <dgm:prSet presAssocID="{E47B2292-C275-48DF-B40D-3D856A882E27}" presName="parentText" presStyleLbl="node1" presStyleIdx="4" presStyleCnt="6">
        <dgm:presLayoutVars>
          <dgm:chMax val="1"/>
          <dgm:bulletEnabled val="1"/>
        </dgm:presLayoutVars>
      </dgm:prSet>
      <dgm:spPr/>
    </dgm:pt>
    <dgm:pt modelId="{DF536C61-C7F5-034C-9EB2-7CB665EAB6E7}" type="pres">
      <dgm:prSet presAssocID="{EEFC536A-E0B5-41BB-B9C1-BEDF51B51776}" presName="sp" presStyleCnt="0"/>
      <dgm:spPr/>
    </dgm:pt>
    <dgm:pt modelId="{03F6EA30-615F-2D42-AACC-42773D147D16}" type="pres">
      <dgm:prSet presAssocID="{94F99031-B07D-4566-97E8-11655134AECD}" presName="linNode" presStyleCnt="0"/>
      <dgm:spPr/>
    </dgm:pt>
    <dgm:pt modelId="{1A5CC181-DE2B-E14D-AABE-55A431A6349B}" type="pres">
      <dgm:prSet presAssocID="{94F99031-B07D-4566-97E8-11655134AECD}" presName="parentText" presStyleLbl="node1" presStyleIdx="5" presStyleCnt="6">
        <dgm:presLayoutVars>
          <dgm:chMax val="1"/>
          <dgm:bulletEnabled val="1"/>
        </dgm:presLayoutVars>
      </dgm:prSet>
      <dgm:spPr/>
    </dgm:pt>
  </dgm:ptLst>
  <dgm:cxnLst>
    <dgm:cxn modelId="{27342701-CA9F-4FFA-93A0-A8A5D7AA74BC}" srcId="{3AE777DB-4D40-4D18-84E9-8D7AFBE118ED}" destId="{C3E94EE6-1822-451E-A349-CFF260AC07FF}" srcOrd="2" destOrd="0" parTransId="{5D9B3D09-321C-4A88-A319-4DB283452567}" sibTransId="{559C09A6-8F74-4836-A22A-3B4D7098C1BF}"/>
    <dgm:cxn modelId="{9EA46010-E6BB-B744-965C-20E9400E6040}" type="presOf" srcId="{C136B6B4-932D-40C8-9148-CD40CF8E51DE}" destId="{AC2640E8-FC05-1A44-A5BC-86F9A2C5C274}" srcOrd="0" destOrd="0" presId="urn:microsoft.com/office/officeart/2005/8/layout/vList5"/>
    <dgm:cxn modelId="{A0F7C523-FD4B-4274-AD17-D1380D81FBF4}" srcId="{3AE777DB-4D40-4D18-84E9-8D7AFBE118ED}" destId="{94F99031-B07D-4566-97E8-11655134AECD}" srcOrd="5" destOrd="0" parTransId="{828879A5-15AF-497A-80C7-830E9BD65D11}" sibTransId="{4D09671E-4F87-4EA8-BA4E-AD809A6AC7E8}"/>
    <dgm:cxn modelId="{BFA7EF46-16EC-304F-A825-104DC8BFA3E5}" type="presOf" srcId="{E47B2292-C275-48DF-B40D-3D856A882E27}" destId="{C249AE7C-E7F9-5046-B1B4-792A17A66795}" srcOrd="0" destOrd="0" presId="urn:microsoft.com/office/officeart/2005/8/layout/vList5"/>
    <dgm:cxn modelId="{3ED8AF4F-C469-8E4F-B6E0-9A6BB76E2FFA}" type="presOf" srcId="{C3E94EE6-1822-451E-A349-CFF260AC07FF}" destId="{3C02251E-EEA2-9242-974C-42308974AEC0}" srcOrd="0" destOrd="0" presId="urn:microsoft.com/office/officeart/2005/8/layout/vList5"/>
    <dgm:cxn modelId="{3BEC865B-16B2-824D-82A9-338567B0B2A7}" type="presOf" srcId="{EFA9F152-0A33-444C-978B-E52645A263E1}" destId="{3BAFAAF8-C48E-0A41-AC4D-7F92DBBCD4DD}" srcOrd="0" destOrd="0" presId="urn:microsoft.com/office/officeart/2005/8/layout/vList5"/>
    <dgm:cxn modelId="{6CFE995F-2CBF-46F3-BFB5-BFAFFB224A8D}" srcId="{3AE777DB-4D40-4D18-84E9-8D7AFBE118ED}" destId="{EFA9F152-0A33-444C-978B-E52645A263E1}" srcOrd="3" destOrd="0" parTransId="{A831AB18-21FC-49FC-8625-905F861BCAB4}" sibTransId="{DA04D6F5-56C7-400A-84EA-1A1D8B28F90C}"/>
    <dgm:cxn modelId="{6844DC6D-FFAE-694B-9852-0505F037B13E}" type="presOf" srcId="{5F6BC9B2-9F44-43DE-9CCE-D458A02D2362}" destId="{65526BE0-E2B2-0E4A-BC57-80A357DA0EF5}" srcOrd="0" destOrd="0" presId="urn:microsoft.com/office/officeart/2005/8/layout/vList5"/>
    <dgm:cxn modelId="{E312A976-33D9-8443-92D9-A1650FAB63FE}" type="presOf" srcId="{3AE777DB-4D40-4D18-84E9-8D7AFBE118ED}" destId="{3F71430D-F056-5249-AC57-62B801174E33}" srcOrd="0" destOrd="0" presId="urn:microsoft.com/office/officeart/2005/8/layout/vList5"/>
    <dgm:cxn modelId="{FAE0BBAB-FA7F-4063-B004-063489563E61}" srcId="{3AE777DB-4D40-4D18-84E9-8D7AFBE118ED}" destId="{C136B6B4-932D-40C8-9148-CD40CF8E51DE}" srcOrd="0" destOrd="0" parTransId="{8DA991FF-7E5A-4F38-897B-A8A469D02F77}" sibTransId="{C9A327B9-93D5-4C77-969F-45655A75128F}"/>
    <dgm:cxn modelId="{3BF4AFB4-37D5-9A4C-A000-2EB448F332E8}" type="presOf" srcId="{94F99031-B07D-4566-97E8-11655134AECD}" destId="{1A5CC181-DE2B-E14D-AABE-55A431A6349B}" srcOrd="0" destOrd="0" presId="urn:microsoft.com/office/officeart/2005/8/layout/vList5"/>
    <dgm:cxn modelId="{CEBBF6B4-C9BB-492F-8FA0-E79488167B91}" srcId="{3AE777DB-4D40-4D18-84E9-8D7AFBE118ED}" destId="{5F6BC9B2-9F44-43DE-9CCE-D458A02D2362}" srcOrd="1" destOrd="0" parTransId="{2DA194F2-EB69-441E-B8E1-09B3213A0B0B}" sibTransId="{78DEE5CB-86EE-45EC-8284-EF8C9768E9C2}"/>
    <dgm:cxn modelId="{928053CA-6075-4522-BCC6-6C811423151C}" srcId="{3AE777DB-4D40-4D18-84E9-8D7AFBE118ED}" destId="{E47B2292-C275-48DF-B40D-3D856A882E27}" srcOrd="4" destOrd="0" parTransId="{C21BBF6A-B765-4910-8285-7305500AF939}" sibTransId="{EEFC536A-E0B5-41BB-B9C1-BEDF51B51776}"/>
    <dgm:cxn modelId="{F7C413A2-F89B-C64B-8389-283211AF5BB1}" type="presParOf" srcId="{3F71430D-F056-5249-AC57-62B801174E33}" destId="{12A62573-F3C6-BA42-AE86-DF5A2EED0B83}" srcOrd="0" destOrd="0" presId="urn:microsoft.com/office/officeart/2005/8/layout/vList5"/>
    <dgm:cxn modelId="{E00C66A4-E208-674C-8121-42F5DB1D9DF1}" type="presParOf" srcId="{12A62573-F3C6-BA42-AE86-DF5A2EED0B83}" destId="{AC2640E8-FC05-1A44-A5BC-86F9A2C5C274}" srcOrd="0" destOrd="0" presId="urn:microsoft.com/office/officeart/2005/8/layout/vList5"/>
    <dgm:cxn modelId="{5B6F6484-09DF-CE4B-AE01-A5C07CDC5C2F}" type="presParOf" srcId="{3F71430D-F056-5249-AC57-62B801174E33}" destId="{3872FE7F-081A-A24F-9571-CBBD994273C5}" srcOrd="1" destOrd="0" presId="urn:microsoft.com/office/officeart/2005/8/layout/vList5"/>
    <dgm:cxn modelId="{7CE94E8B-04CB-874F-8667-0DFE840851FB}" type="presParOf" srcId="{3F71430D-F056-5249-AC57-62B801174E33}" destId="{1EECD7FA-508C-9F40-BA30-1BD63A8616FD}" srcOrd="2" destOrd="0" presId="urn:microsoft.com/office/officeart/2005/8/layout/vList5"/>
    <dgm:cxn modelId="{0D3DAEA4-2218-7445-8BE2-3DF6A9897F5E}" type="presParOf" srcId="{1EECD7FA-508C-9F40-BA30-1BD63A8616FD}" destId="{65526BE0-E2B2-0E4A-BC57-80A357DA0EF5}" srcOrd="0" destOrd="0" presId="urn:microsoft.com/office/officeart/2005/8/layout/vList5"/>
    <dgm:cxn modelId="{A750FE4B-4581-4D43-AD70-D567B0527C2D}" type="presParOf" srcId="{3F71430D-F056-5249-AC57-62B801174E33}" destId="{E2E10E0B-0916-DB45-9F25-CBFFE2728B28}" srcOrd="3" destOrd="0" presId="urn:microsoft.com/office/officeart/2005/8/layout/vList5"/>
    <dgm:cxn modelId="{05B7FB17-6B14-8B43-BD30-A0DBE6682741}" type="presParOf" srcId="{3F71430D-F056-5249-AC57-62B801174E33}" destId="{593566E7-B189-DE4A-96EA-8AB8385FCE49}" srcOrd="4" destOrd="0" presId="urn:microsoft.com/office/officeart/2005/8/layout/vList5"/>
    <dgm:cxn modelId="{3F74CD54-9A66-CC42-851C-4C5A9571D2F0}" type="presParOf" srcId="{593566E7-B189-DE4A-96EA-8AB8385FCE49}" destId="{3C02251E-EEA2-9242-974C-42308974AEC0}" srcOrd="0" destOrd="0" presId="urn:microsoft.com/office/officeart/2005/8/layout/vList5"/>
    <dgm:cxn modelId="{31BD6537-1332-A647-9E4B-86072F3580BD}" type="presParOf" srcId="{3F71430D-F056-5249-AC57-62B801174E33}" destId="{3626EA53-4F7A-D547-990C-A972F9027A34}" srcOrd="5" destOrd="0" presId="urn:microsoft.com/office/officeart/2005/8/layout/vList5"/>
    <dgm:cxn modelId="{99355865-E324-C64A-9FEE-1DEAFA77005C}" type="presParOf" srcId="{3F71430D-F056-5249-AC57-62B801174E33}" destId="{B93EA27C-6C20-B54D-ACD9-EA68F8A44D97}" srcOrd="6" destOrd="0" presId="urn:microsoft.com/office/officeart/2005/8/layout/vList5"/>
    <dgm:cxn modelId="{5D222C86-71D4-4A42-B22E-DF893B8E5565}" type="presParOf" srcId="{B93EA27C-6C20-B54D-ACD9-EA68F8A44D97}" destId="{3BAFAAF8-C48E-0A41-AC4D-7F92DBBCD4DD}" srcOrd="0" destOrd="0" presId="urn:microsoft.com/office/officeart/2005/8/layout/vList5"/>
    <dgm:cxn modelId="{DA7624EA-534E-9D4A-A1A9-82FC37B0F0BE}" type="presParOf" srcId="{3F71430D-F056-5249-AC57-62B801174E33}" destId="{174A4C04-A66B-1444-B612-27DACEE77ED0}" srcOrd="7" destOrd="0" presId="urn:microsoft.com/office/officeart/2005/8/layout/vList5"/>
    <dgm:cxn modelId="{AB3DED49-D2D1-C24E-A953-5C6258C61830}" type="presParOf" srcId="{3F71430D-F056-5249-AC57-62B801174E33}" destId="{AEC8DDAE-C3A1-4948-9A45-BC70DB50AD7F}" srcOrd="8" destOrd="0" presId="urn:microsoft.com/office/officeart/2005/8/layout/vList5"/>
    <dgm:cxn modelId="{2D770F2A-2FCD-614D-9B41-59041E12BB5E}" type="presParOf" srcId="{AEC8DDAE-C3A1-4948-9A45-BC70DB50AD7F}" destId="{C249AE7C-E7F9-5046-B1B4-792A17A66795}" srcOrd="0" destOrd="0" presId="urn:microsoft.com/office/officeart/2005/8/layout/vList5"/>
    <dgm:cxn modelId="{65137ADD-8B90-9C4F-96BA-303F67A9262A}" type="presParOf" srcId="{3F71430D-F056-5249-AC57-62B801174E33}" destId="{DF536C61-C7F5-034C-9EB2-7CB665EAB6E7}" srcOrd="9" destOrd="0" presId="urn:microsoft.com/office/officeart/2005/8/layout/vList5"/>
    <dgm:cxn modelId="{F43BC75D-F67B-CC43-B45B-DAEC674347BE}" type="presParOf" srcId="{3F71430D-F056-5249-AC57-62B801174E33}" destId="{03F6EA30-615F-2D42-AACC-42773D147D16}" srcOrd="10" destOrd="0" presId="urn:microsoft.com/office/officeart/2005/8/layout/vList5"/>
    <dgm:cxn modelId="{C78686B9-4EE6-3A49-B345-E6369FECE7E7}" type="presParOf" srcId="{03F6EA30-615F-2D42-AACC-42773D147D16}" destId="{1A5CC181-DE2B-E14D-AABE-55A431A6349B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D673C59-90AB-4151-9B5E-34656677365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2AA3D1C-FB78-411F-82A6-16508175464D}">
      <dgm:prSet/>
      <dgm:spPr/>
      <dgm:t>
        <a:bodyPr/>
        <a:lstStyle/>
        <a:p>
          <a:r>
            <a:rPr lang="en-US" dirty="0"/>
            <a:t>• Android Studio (Java)</a:t>
          </a:r>
        </a:p>
      </dgm:t>
    </dgm:pt>
    <dgm:pt modelId="{D6E247FC-ED0C-4FC9-B5AC-544E77D7348A}" type="parTrans" cxnId="{AAA69CCF-4728-4C73-8DD5-980A3C583429}">
      <dgm:prSet/>
      <dgm:spPr/>
      <dgm:t>
        <a:bodyPr/>
        <a:lstStyle/>
        <a:p>
          <a:endParaRPr lang="en-US"/>
        </a:p>
      </dgm:t>
    </dgm:pt>
    <dgm:pt modelId="{A5A57326-3465-4236-A36E-776D044790E7}" type="sibTrans" cxnId="{AAA69CCF-4728-4C73-8DD5-980A3C583429}">
      <dgm:prSet/>
      <dgm:spPr/>
      <dgm:t>
        <a:bodyPr/>
        <a:lstStyle/>
        <a:p>
          <a:endParaRPr lang="en-US"/>
        </a:p>
      </dgm:t>
    </dgm:pt>
    <dgm:pt modelId="{313D2603-7D75-47E6-A891-45BD7CDEDD8A}">
      <dgm:prSet/>
      <dgm:spPr/>
      <dgm:t>
        <a:bodyPr/>
        <a:lstStyle/>
        <a:p>
          <a:r>
            <a:rPr lang="en-US" dirty="0"/>
            <a:t>• Spring Boot Framework (Java)</a:t>
          </a:r>
        </a:p>
      </dgm:t>
    </dgm:pt>
    <dgm:pt modelId="{AE691980-E815-49CA-A030-CEC0ECADCE14}" type="parTrans" cxnId="{8425571D-392B-4AFD-B97B-3C23E8A6F71D}">
      <dgm:prSet/>
      <dgm:spPr/>
      <dgm:t>
        <a:bodyPr/>
        <a:lstStyle/>
        <a:p>
          <a:endParaRPr lang="en-US"/>
        </a:p>
      </dgm:t>
    </dgm:pt>
    <dgm:pt modelId="{E08791DE-96A5-4F30-B6D0-88F2DCF49230}" type="sibTrans" cxnId="{8425571D-392B-4AFD-B97B-3C23E8A6F71D}">
      <dgm:prSet/>
      <dgm:spPr/>
      <dgm:t>
        <a:bodyPr/>
        <a:lstStyle/>
        <a:p>
          <a:endParaRPr lang="en-US"/>
        </a:p>
      </dgm:t>
    </dgm:pt>
    <dgm:pt modelId="{C84CD88A-1B16-4124-B108-F52C5CC082B3}">
      <dgm:prSet/>
      <dgm:spPr/>
      <dgm:t>
        <a:bodyPr/>
        <a:lstStyle/>
        <a:p>
          <a:r>
            <a:rPr lang="en-US" dirty="0"/>
            <a:t>• PostgreSQL Database</a:t>
          </a:r>
        </a:p>
      </dgm:t>
    </dgm:pt>
    <dgm:pt modelId="{2E07EBC0-A68F-43DA-B0DA-310FC50F2C63}" type="parTrans" cxnId="{B1A2D451-A172-4A6E-BFC5-02CB771A7A5B}">
      <dgm:prSet/>
      <dgm:spPr/>
      <dgm:t>
        <a:bodyPr/>
        <a:lstStyle/>
        <a:p>
          <a:endParaRPr lang="en-US"/>
        </a:p>
      </dgm:t>
    </dgm:pt>
    <dgm:pt modelId="{8CFD660D-CD18-4757-BEA6-1060908217C4}" type="sibTrans" cxnId="{B1A2D451-A172-4A6E-BFC5-02CB771A7A5B}">
      <dgm:prSet/>
      <dgm:spPr/>
      <dgm:t>
        <a:bodyPr/>
        <a:lstStyle/>
        <a:p>
          <a:endParaRPr lang="en-US"/>
        </a:p>
      </dgm:t>
    </dgm:pt>
    <dgm:pt modelId="{3E9F9A10-6E4C-466A-A7C7-A6A1177424A3}">
      <dgm:prSet/>
      <dgm:spPr/>
      <dgm:t>
        <a:bodyPr/>
        <a:lstStyle/>
        <a:p>
          <a:r>
            <a:rPr lang="en-US" dirty="0"/>
            <a:t>• Docker &amp; Docker Compose</a:t>
          </a:r>
        </a:p>
      </dgm:t>
    </dgm:pt>
    <dgm:pt modelId="{7BA9524F-7606-46F7-842A-9BC19A7BCFD1}" type="parTrans" cxnId="{89213659-45C7-4D3F-8BD1-E856A7943AF3}">
      <dgm:prSet/>
      <dgm:spPr/>
      <dgm:t>
        <a:bodyPr/>
        <a:lstStyle/>
        <a:p>
          <a:endParaRPr lang="en-US"/>
        </a:p>
      </dgm:t>
    </dgm:pt>
    <dgm:pt modelId="{C605E482-40FC-43CD-8405-3F8E2A699FC1}" type="sibTrans" cxnId="{89213659-45C7-4D3F-8BD1-E856A7943AF3}">
      <dgm:prSet/>
      <dgm:spPr/>
      <dgm:t>
        <a:bodyPr/>
        <a:lstStyle/>
        <a:p>
          <a:endParaRPr lang="en-US"/>
        </a:p>
      </dgm:t>
    </dgm:pt>
    <dgm:pt modelId="{A3590186-FAB4-432B-BE14-AD696CE08148}">
      <dgm:prSet/>
      <dgm:spPr/>
      <dgm:t>
        <a:bodyPr/>
        <a:lstStyle/>
        <a:p>
          <a:r>
            <a:rPr lang="en-US" dirty="0"/>
            <a:t>• GitHub (Version Control)</a:t>
          </a:r>
        </a:p>
      </dgm:t>
    </dgm:pt>
    <dgm:pt modelId="{EEF2991C-F73D-4134-8075-1686ED366029}" type="parTrans" cxnId="{0BAB8786-A584-4684-859F-045CB393121E}">
      <dgm:prSet/>
      <dgm:spPr/>
      <dgm:t>
        <a:bodyPr/>
        <a:lstStyle/>
        <a:p>
          <a:endParaRPr lang="en-US"/>
        </a:p>
      </dgm:t>
    </dgm:pt>
    <dgm:pt modelId="{FDB89DB8-7D2E-4966-AC45-7C14F0D22114}" type="sibTrans" cxnId="{0BAB8786-A584-4684-859F-045CB393121E}">
      <dgm:prSet/>
      <dgm:spPr/>
      <dgm:t>
        <a:bodyPr/>
        <a:lstStyle/>
        <a:p>
          <a:endParaRPr lang="en-US"/>
        </a:p>
      </dgm:t>
    </dgm:pt>
    <dgm:pt modelId="{E508A5D9-C6F8-4AD6-9B67-1C65026FDF3C}">
      <dgm:prSet/>
      <dgm:spPr/>
      <dgm:t>
        <a:bodyPr/>
        <a:lstStyle/>
        <a:p>
          <a:r>
            <a:rPr lang="en-US" dirty="0"/>
            <a:t>• Postman &amp; JUnit (Testing)</a:t>
          </a:r>
        </a:p>
      </dgm:t>
    </dgm:pt>
    <dgm:pt modelId="{389788AF-2030-46E0-81E3-AEBC853E4223}" type="parTrans" cxnId="{E88FCA4A-7326-43EA-A97E-350B5089DB76}">
      <dgm:prSet/>
      <dgm:spPr/>
      <dgm:t>
        <a:bodyPr/>
        <a:lstStyle/>
        <a:p>
          <a:endParaRPr lang="en-US"/>
        </a:p>
      </dgm:t>
    </dgm:pt>
    <dgm:pt modelId="{42B8EA8B-A572-4620-B8DD-46CFB13EFDDE}" type="sibTrans" cxnId="{E88FCA4A-7326-43EA-A97E-350B5089DB76}">
      <dgm:prSet/>
      <dgm:spPr/>
      <dgm:t>
        <a:bodyPr/>
        <a:lstStyle/>
        <a:p>
          <a:endParaRPr lang="en-US"/>
        </a:p>
      </dgm:t>
    </dgm:pt>
    <dgm:pt modelId="{F97E7932-AB83-0048-8FDE-ACF8EC549E23}" type="pres">
      <dgm:prSet presAssocID="{5D673C59-90AB-4151-9B5E-34656677365C}" presName="linear" presStyleCnt="0">
        <dgm:presLayoutVars>
          <dgm:animLvl val="lvl"/>
          <dgm:resizeHandles val="exact"/>
        </dgm:presLayoutVars>
      </dgm:prSet>
      <dgm:spPr/>
    </dgm:pt>
    <dgm:pt modelId="{5FE0B15A-B76C-5A45-B839-6C74C31E991C}" type="pres">
      <dgm:prSet presAssocID="{E2AA3D1C-FB78-411F-82A6-16508175464D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EF78A372-671E-EE44-9133-BA8CB7D36587}" type="pres">
      <dgm:prSet presAssocID="{A5A57326-3465-4236-A36E-776D044790E7}" presName="spacer" presStyleCnt="0"/>
      <dgm:spPr/>
    </dgm:pt>
    <dgm:pt modelId="{713701CD-8047-D24F-A8A7-421338DB4C66}" type="pres">
      <dgm:prSet presAssocID="{313D2603-7D75-47E6-A891-45BD7CDEDD8A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DC86C488-F908-1440-833D-A739CF6BC7AC}" type="pres">
      <dgm:prSet presAssocID="{E08791DE-96A5-4F30-B6D0-88F2DCF49230}" presName="spacer" presStyleCnt="0"/>
      <dgm:spPr/>
    </dgm:pt>
    <dgm:pt modelId="{B275E9B6-D8B2-0941-B5A4-93707171F5A3}" type="pres">
      <dgm:prSet presAssocID="{C84CD88A-1B16-4124-B108-F52C5CC082B3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C3A75FC3-C049-D942-B459-C1E5942F5045}" type="pres">
      <dgm:prSet presAssocID="{8CFD660D-CD18-4757-BEA6-1060908217C4}" presName="spacer" presStyleCnt="0"/>
      <dgm:spPr/>
    </dgm:pt>
    <dgm:pt modelId="{370D2BCD-BC1C-6449-972B-DABC81273334}" type="pres">
      <dgm:prSet presAssocID="{3E9F9A10-6E4C-466A-A7C7-A6A1177424A3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7A2D9398-19B0-FD44-8CEC-656040485D70}" type="pres">
      <dgm:prSet presAssocID="{C605E482-40FC-43CD-8405-3F8E2A699FC1}" presName="spacer" presStyleCnt="0"/>
      <dgm:spPr/>
    </dgm:pt>
    <dgm:pt modelId="{1940C226-CDA7-494E-A3ED-2DFDED32A614}" type="pres">
      <dgm:prSet presAssocID="{A3590186-FAB4-432B-BE14-AD696CE08148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22920C55-2816-4A4F-9161-611193E58F4D}" type="pres">
      <dgm:prSet presAssocID="{FDB89DB8-7D2E-4966-AC45-7C14F0D22114}" presName="spacer" presStyleCnt="0"/>
      <dgm:spPr/>
    </dgm:pt>
    <dgm:pt modelId="{2B300ECD-A0C5-5046-80F7-582D15940DD2}" type="pres">
      <dgm:prSet presAssocID="{E508A5D9-C6F8-4AD6-9B67-1C65026FDF3C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8425571D-392B-4AFD-B97B-3C23E8A6F71D}" srcId="{5D673C59-90AB-4151-9B5E-34656677365C}" destId="{313D2603-7D75-47E6-A891-45BD7CDEDD8A}" srcOrd="1" destOrd="0" parTransId="{AE691980-E815-49CA-A030-CEC0ECADCE14}" sibTransId="{E08791DE-96A5-4F30-B6D0-88F2DCF49230}"/>
    <dgm:cxn modelId="{802FEB25-3642-4F43-BB55-81C1B7B62107}" type="presOf" srcId="{A3590186-FAB4-432B-BE14-AD696CE08148}" destId="{1940C226-CDA7-494E-A3ED-2DFDED32A614}" srcOrd="0" destOrd="0" presId="urn:microsoft.com/office/officeart/2005/8/layout/vList2"/>
    <dgm:cxn modelId="{DF216837-62B9-1F47-9019-7B120F417593}" type="presOf" srcId="{313D2603-7D75-47E6-A891-45BD7CDEDD8A}" destId="{713701CD-8047-D24F-A8A7-421338DB4C66}" srcOrd="0" destOrd="0" presId="urn:microsoft.com/office/officeart/2005/8/layout/vList2"/>
    <dgm:cxn modelId="{E88FCA4A-7326-43EA-A97E-350B5089DB76}" srcId="{5D673C59-90AB-4151-9B5E-34656677365C}" destId="{E508A5D9-C6F8-4AD6-9B67-1C65026FDF3C}" srcOrd="5" destOrd="0" parTransId="{389788AF-2030-46E0-81E3-AEBC853E4223}" sibTransId="{42B8EA8B-A572-4620-B8DD-46CFB13EFDDE}"/>
    <dgm:cxn modelId="{B1A2D451-A172-4A6E-BFC5-02CB771A7A5B}" srcId="{5D673C59-90AB-4151-9B5E-34656677365C}" destId="{C84CD88A-1B16-4124-B108-F52C5CC082B3}" srcOrd="2" destOrd="0" parTransId="{2E07EBC0-A68F-43DA-B0DA-310FC50F2C63}" sibTransId="{8CFD660D-CD18-4757-BEA6-1060908217C4}"/>
    <dgm:cxn modelId="{89213659-45C7-4D3F-8BD1-E856A7943AF3}" srcId="{5D673C59-90AB-4151-9B5E-34656677365C}" destId="{3E9F9A10-6E4C-466A-A7C7-A6A1177424A3}" srcOrd="3" destOrd="0" parTransId="{7BA9524F-7606-46F7-842A-9BC19A7BCFD1}" sibTransId="{C605E482-40FC-43CD-8405-3F8E2A699FC1}"/>
    <dgm:cxn modelId="{EDA19261-C7D8-3B42-A222-1C4F93619180}" type="presOf" srcId="{C84CD88A-1B16-4124-B108-F52C5CC082B3}" destId="{B275E9B6-D8B2-0941-B5A4-93707171F5A3}" srcOrd="0" destOrd="0" presId="urn:microsoft.com/office/officeart/2005/8/layout/vList2"/>
    <dgm:cxn modelId="{B7694373-A819-7346-8289-7199FF62465D}" type="presOf" srcId="{E2AA3D1C-FB78-411F-82A6-16508175464D}" destId="{5FE0B15A-B76C-5A45-B839-6C74C31E991C}" srcOrd="0" destOrd="0" presId="urn:microsoft.com/office/officeart/2005/8/layout/vList2"/>
    <dgm:cxn modelId="{0BAB8786-A584-4684-859F-045CB393121E}" srcId="{5D673C59-90AB-4151-9B5E-34656677365C}" destId="{A3590186-FAB4-432B-BE14-AD696CE08148}" srcOrd="4" destOrd="0" parTransId="{EEF2991C-F73D-4134-8075-1686ED366029}" sibTransId="{FDB89DB8-7D2E-4966-AC45-7C14F0D22114}"/>
    <dgm:cxn modelId="{B6076DB7-AB92-C241-B733-DB9C0A162E3F}" type="presOf" srcId="{5D673C59-90AB-4151-9B5E-34656677365C}" destId="{F97E7932-AB83-0048-8FDE-ACF8EC549E23}" srcOrd="0" destOrd="0" presId="urn:microsoft.com/office/officeart/2005/8/layout/vList2"/>
    <dgm:cxn modelId="{AAA69CCF-4728-4C73-8DD5-980A3C583429}" srcId="{5D673C59-90AB-4151-9B5E-34656677365C}" destId="{E2AA3D1C-FB78-411F-82A6-16508175464D}" srcOrd="0" destOrd="0" parTransId="{D6E247FC-ED0C-4FC9-B5AC-544E77D7348A}" sibTransId="{A5A57326-3465-4236-A36E-776D044790E7}"/>
    <dgm:cxn modelId="{68D523E3-EC46-B945-B5E6-AFDA228AFF95}" type="presOf" srcId="{E508A5D9-C6F8-4AD6-9B67-1C65026FDF3C}" destId="{2B300ECD-A0C5-5046-80F7-582D15940DD2}" srcOrd="0" destOrd="0" presId="urn:microsoft.com/office/officeart/2005/8/layout/vList2"/>
    <dgm:cxn modelId="{49C46AE8-A2A3-F449-9708-5004914F1CA7}" type="presOf" srcId="{3E9F9A10-6E4C-466A-A7C7-A6A1177424A3}" destId="{370D2BCD-BC1C-6449-972B-DABC81273334}" srcOrd="0" destOrd="0" presId="urn:microsoft.com/office/officeart/2005/8/layout/vList2"/>
    <dgm:cxn modelId="{E700E543-8B4E-AE4F-8529-A30F0A835CA3}" type="presParOf" srcId="{F97E7932-AB83-0048-8FDE-ACF8EC549E23}" destId="{5FE0B15A-B76C-5A45-B839-6C74C31E991C}" srcOrd="0" destOrd="0" presId="urn:microsoft.com/office/officeart/2005/8/layout/vList2"/>
    <dgm:cxn modelId="{2CBF0C9C-FB04-9842-816B-A5E1DCBC1E86}" type="presParOf" srcId="{F97E7932-AB83-0048-8FDE-ACF8EC549E23}" destId="{EF78A372-671E-EE44-9133-BA8CB7D36587}" srcOrd="1" destOrd="0" presId="urn:microsoft.com/office/officeart/2005/8/layout/vList2"/>
    <dgm:cxn modelId="{849DE25A-56DC-3E46-8B0F-AB4AB0A89261}" type="presParOf" srcId="{F97E7932-AB83-0048-8FDE-ACF8EC549E23}" destId="{713701CD-8047-D24F-A8A7-421338DB4C66}" srcOrd="2" destOrd="0" presId="urn:microsoft.com/office/officeart/2005/8/layout/vList2"/>
    <dgm:cxn modelId="{4D8BD762-3959-CF4C-A175-ABB76BB613EF}" type="presParOf" srcId="{F97E7932-AB83-0048-8FDE-ACF8EC549E23}" destId="{DC86C488-F908-1440-833D-A739CF6BC7AC}" srcOrd="3" destOrd="0" presId="urn:microsoft.com/office/officeart/2005/8/layout/vList2"/>
    <dgm:cxn modelId="{C06C7DDB-ED04-194D-BF51-63091CDAB4F0}" type="presParOf" srcId="{F97E7932-AB83-0048-8FDE-ACF8EC549E23}" destId="{B275E9B6-D8B2-0941-B5A4-93707171F5A3}" srcOrd="4" destOrd="0" presId="urn:microsoft.com/office/officeart/2005/8/layout/vList2"/>
    <dgm:cxn modelId="{6CC9F2A6-9F9C-1C4B-9E00-1E7EFC0A3D81}" type="presParOf" srcId="{F97E7932-AB83-0048-8FDE-ACF8EC549E23}" destId="{C3A75FC3-C049-D942-B459-C1E5942F5045}" srcOrd="5" destOrd="0" presId="urn:microsoft.com/office/officeart/2005/8/layout/vList2"/>
    <dgm:cxn modelId="{876E3A6E-8F9E-9341-8556-493D8411A161}" type="presParOf" srcId="{F97E7932-AB83-0048-8FDE-ACF8EC549E23}" destId="{370D2BCD-BC1C-6449-972B-DABC81273334}" srcOrd="6" destOrd="0" presId="urn:microsoft.com/office/officeart/2005/8/layout/vList2"/>
    <dgm:cxn modelId="{59997315-8FCD-6545-9A8B-5835E22C1236}" type="presParOf" srcId="{F97E7932-AB83-0048-8FDE-ACF8EC549E23}" destId="{7A2D9398-19B0-FD44-8CEC-656040485D70}" srcOrd="7" destOrd="0" presId="urn:microsoft.com/office/officeart/2005/8/layout/vList2"/>
    <dgm:cxn modelId="{7CEECC8F-8452-254D-8948-76A0430A2684}" type="presParOf" srcId="{F97E7932-AB83-0048-8FDE-ACF8EC549E23}" destId="{1940C226-CDA7-494E-A3ED-2DFDED32A614}" srcOrd="8" destOrd="0" presId="urn:microsoft.com/office/officeart/2005/8/layout/vList2"/>
    <dgm:cxn modelId="{8A20B3A9-FCB4-9149-A6E0-7C7CD1490BC8}" type="presParOf" srcId="{F97E7932-AB83-0048-8FDE-ACF8EC549E23}" destId="{22920C55-2816-4A4F-9161-611193E58F4D}" srcOrd="9" destOrd="0" presId="urn:microsoft.com/office/officeart/2005/8/layout/vList2"/>
    <dgm:cxn modelId="{F04FE3FB-D2C6-824F-B54F-955982D3E3CA}" type="presParOf" srcId="{F97E7932-AB83-0048-8FDE-ACF8EC549E23}" destId="{2B300ECD-A0C5-5046-80F7-582D15940DD2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D33800E-771A-433E-B89C-9BBD3B3AF57C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C3C17B5B-455B-49C9-888C-0FE75A27D38C}">
      <dgm:prSet/>
      <dgm:spPr/>
      <dgm:t>
        <a:bodyPr/>
        <a:lstStyle/>
        <a:p>
          <a:r>
            <a:rPr lang="en-US" dirty="0"/>
            <a:t>• Integration with Paystack or Flutterwave for payments.</a:t>
          </a:r>
        </a:p>
      </dgm:t>
    </dgm:pt>
    <dgm:pt modelId="{389F1522-FBD7-4E98-8BB1-6833A37740BB}" type="parTrans" cxnId="{DE5A9CC9-A5DD-4F1C-B6BD-E168F248D3EF}">
      <dgm:prSet/>
      <dgm:spPr/>
      <dgm:t>
        <a:bodyPr/>
        <a:lstStyle/>
        <a:p>
          <a:endParaRPr lang="en-US"/>
        </a:p>
      </dgm:t>
    </dgm:pt>
    <dgm:pt modelId="{F82FB084-CB50-47CC-88DC-2C4E21252D6F}" type="sibTrans" cxnId="{DE5A9CC9-A5DD-4F1C-B6BD-E168F248D3EF}">
      <dgm:prSet/>
      <dgm:spPr/>
      <dgm:t>
        <a:bodyPr/>
        <a:lstStyle/>
        <a:p>
          <a:endParaRPr lang="en-US"/>
        </a:p>
      </dgm:t>
    </dgm:pt>
    <dgm:pt modelId="{8972D54F-2799-4CDD-BD18-6843CD2761F6}">
      <dgm:prSet/>
      <dgm:spPr/>
      <dgm:t>
        <a:bodyPr/>
        <a:lstStyle/>
        <a:p>
          <a:r>
            <a:rPr lang="en-US" dirty="0"/>
            <a:t>• AI-based food recommendation engine.</a:t>
          </a:r>
        </a:p>
      </dgm:t>
    </dgm:pt>
    <dgm:pt modelId="{36A629CE-1718-4191-8A40-9F8EAC391B93}" type="parTrans" cxnId="{F9CED8AB-A41D-45DC-A00A-5B16AD0C119C}">
      <dgm:prSet/>
      <dgm:spPr/>
      <dgm:t>
        <a:bodyPr/>
        <a:lstStyle/>
        <a:p>
          <a:endParaRPr lang="en-US"/>
        </a:p>
      </dgm:t>
    </dgm:pt>
    <dgm:pt modelId="{874D2FD4-7961-4BB8-B9FA-00BEBB273215}" type="sibTrans" cxnId="{F9CED8AB-A41D-45DC-A00A-5B16AD0C119C}">
      <dgm:prSet/>
      <dgm:spPr/>
      <dgm:t>
        <a:bodyPr/>
        <a:lstStyle/>
        <a:p>
          <a:endParaRPr lang="en-US"/>
        </a:p>
      </dgm:t>
    </dgm:pt>
    <dgm:pt modelId="{188E4589-5AA9-481B-86EA-AE9B30B16A41}">
      <dgm:prSet/>
      <dgm:spPr/>
      <dgm:t>
        <a:bodyPr/>
        <a:lstStyle/>
        <a:p>
          <a:r>
            <a:rPr lang="en-US" dirty="0"/>
            <a:t>• Route optimization for delivery riders.</a:t>
          </a:r>
        </a:p>
      </dgm:t>
    </dgm:pt>
    <dgm:pt modelId="{1262E94E-2069-4B5B-B58D-8C025FD45F13}" type="parTrans" cxnId="{AE9087C0-5474-4831-81E8-94C2493F7A1E}">
      <dgm:prSet/>
      <dgm:spPr/>
      <dgm:t>
        <a:bodyPr/>
        <a:lstStyle/>
        <a:p>
          <a:endParaRPr lang="en-US"/>
        </a:p>
      </dgm:t>
    </dgm:pt>
    <dgm:pt modelId="{E6E70819-52E5-45A6-8902-B05CB1BAE7EC}" type="sibTrans" cxnId="{AE9087C0-5474-4831-81E8-94C2493F7A1E}">
      <dgm:prSet/>
      <dgm:spPr/>
      <dgm:t>
        <a:bodyPr/>
        <a:lstStyle/>
        <a:p>
          <a:endParaRPr lang="en-US"/>
        </a:p>
      </dgm:t>
    </dgm:pt>
    <dgm:pt modelId="{16BC9BFC-4C00-4FE2-B326-B44A7118E700}">
      <dgm:prSet/>
      <dgm:spPr/>
      <dgm:t>
        <a:bodyPr/>
        <a:lstStyle/>
        <a:p>
          <a:r>
            <a:rPr lang="en-US" dirty="0"/>
            <a:t>• Ratings and review system for dishes and delivery.</a:t>
          </a:r>
        </a:p>
      </dgm:t>
    </dgm:pt>
    <dgm:pt modelId="{FAFC6BDC-92EE-4188-94F1-F9C3366F4B5E}" type="parTrans" cxnId="{D4DAF11F-0F98-4EE5-96C3-8518526270E8}">
      <dgm:prSet/>
      <dgm:spPr/>
      <dgm:t>
        <a:bodyPr/>
        <a:lstStyle/>
        <a:p>
          <a:endParaRPr lang="en-US"/>
        </a:p>
      </dgm:t>
    </dgm:pt>
    <dgm:pt modelId="{4CF60092-6AFD-44F5-BEAE-EA8616FA4FD3}" type="sibTrans" cxnId="{D4DAF11F-0F98-4EE5-96C3-8518526270E8}">
      <dgm:prSet/>
      <dgm:spPr/>
      <dgm:t>
        <a:bodyPr/>
        <a:lstStyle/>
        <a:p>
          <a:endParaRPr lang="en-US"/>
        </a:p>
      </dgm:t>
    </dgm:pt>
    <dgm:pt modelId="{7C048398-490C-43D0-BDE3-600D7F9601AD}">
      <dgm:prSet/>
      <dgm:spPr/>
      <dgm:t>
        <a:bodyPr/>
        <a:lstStyle/>
        <a:p>
          <a:r>
            <a:rPr lang="en-US" dirty="0"/>
            <a:t>• Expansion to multiple cities and countries.</a:t>
          </a:r>
        </a:p>
      </dgm:t>
    </dgm:pt>
    <dgm:pt modelId="{B727672E-C366-4598-ACC2-F890D3866F71}" type="parTrans" cxnId="{F33AA0E6-5483-41C3-9C7A-ECA96C0E6353}">
      <dgm:prSet/>
      <dgm:spPr/>
      <dgm:t>
        <a:bodyPr/>
        <a:lstStyle/>
        <a:p>
          <a:endParaRPr lang="en-US"/>
        </a:p>
      </dgm:t>
    </dgm:pt>
    <dgm:pt modelId="{7D1DA8CC-5BBB-405C-A5FC-5B4D9413EED3}" type="sibTrans" cxnId="{F33AA0E6-5483-41C3-9C7A-ECA96C0E6353}">
      <dgm:prSet/>
      <dgm:spPr/>
      <dgm:t>
        <a:bodyPr/>
        <a:lstStyle/>
        <a:p>
          <a:endParaRPr lang="en-US"/>
        </a:p>
      </dgm:t>
    </dgm:pt>
    <dgm:pt modelId="{D204D69B-C3CE-7842-926C-3653DEAA5BAF}" type="pres">
      <dgm:prSet presAssocID="{CD33800E-771A-433E-B89C-9BBD3B3AF57C}" presName="vert0" presStyleCnt="0">
        <dgm:presLayoutVars>
          <dgm:dir/>
          <dgm:animOne val="branch"/>
          <dgm:animLvl val="lvl"/>
        </dgm:presLayoutVars>
      </dgm:prSet>
      <dgm:spPr/>
    </dgm:pt>
    <dgm:pt modelId="{0CAFEB80-975B-2743-88D2-6C3F6F6761F8}" type="pres">
      <dgm:prSet presAssocID="{C3C17B5B-455B-49C9-888C-0FE75A27D38C}" presName="thickLine" presStyleLbl="alignNode1" presStyleIdx="0" presStyleCnt="5"/>
      <dgm:spPr/>
    </dgm:pt>
    <dgm:pt modelId="{76E260DD-BE86-294C-839D-42ED072F80E5}" type="pres">
      <dgm:prSet presAssocID="{C3C17B5B-455B-49C9-888C-0FE75A27D38C}" presName="horz1" presStyleCnt="0"/>
      <dgm:spPr/>
    </dgm:pt>
    <dgm:pt modelId="{E7219128-3436-F24D-94B3-B36C70888B5D}" type="pres">
      <dgm:prSet presAssocID="{C3C17B5B-455B-49C9-888C-0FE75A27D38C}" presName="tx1" presStyleLbl="revTx" presStyleIdx="0" presStyleCnt="5"/>
      <dgm:spPr/>
    </dgm:pt>
    <dgm:pt modelId="{A3B20496-4F92-1444-85D5-405244AA6CDC}" type="pres">
      <dgm:prSet presAssocID="{C3C17B5B-455B-49C9-888C-0FE75A27D38C}" presName="vert1" presStyleCnt="0"/>
      <dgm:spPr/>
    </dgm:pt>
    <dgm:pt modelId="{36296D41-0EAF-AB4B-AE33-6553366E3FCA}" type="pres">
      <dgm:prSet presAssocID="{8972D54F-2799-4CDD-BD18-6843CD2761F6}" presName="thickLine" presStyleLbl="alignNode1" presStyleIdx="1" presStyleCnt="5"/>
      <dgm:spPr/>
    </dgm:pt>
    <dgm:pt modelId="{C1BB77FF-6541-4A4D-8259-8F633A6CFEE8}" type="pres">
      <dgm:prSet presAssocID="{8972D54F-2799-4CDD-BD18-6843CD2761F6}" presName="horz1" presStyleCnt="0"/>
      <dgm:spPr/>
    </dgm:pt>
    <dgm:pt modelId="{864A8537-284A-D440-89B1-7B20021BE567}" type="pres">
      <dgm:prSet presAssocID="{8972D54F-2799-4CDD-BD18-6843CD2761F6}" presName="tx1" presStyleLbl="revTx" presStyleIdx="1" presStyleCnt="5"/>
      <dgm:spPr/>
    </dgm:pt>
    <dgm:pt modelId="{8775D20E-66E3-9346-A083-1D5283B3EAC7}" type="pres">
      <dgm:prSet presAssocID="{8972D54F-2799-4CDD-BD18-6843CD2761F6}" presName="vert1" presStyleCnt="0"/>
      <dgm:spPr/>
    </dgm:pt>
    <dgm:pt modelId="{8B0E13DE-8F4D-5240-8F72-20AC8F8F6918}" type="pres">
      <dgm:prSet presAssocID="{188E4589-5AA9-481B-86EA-AE9B30B16A41}" presName="thickLine" presStyleLbl="alignNode1" presStyleIdx="2" presStyleCnt="5"/>
      <dgm:spPr/>
    </dgm:pt>
    <dgm:pt modelId="{C017B9F3-A635-6249-A704-57AB2E68C296}" type="pres">
      <dgm:prSet presAssocID="{188E4589-5AA9-481B-86EA-AE9B30B16A41}" presName="horz1" presStyleCnt="0"/>
      <dgm:spPr/>
    </dgm:pt>
    <dgm:pt modelId="{3A3A6603-C1E6-1940-A09B-5246BBC10F18}" type="pres">
      <dgm:prSet presAssocID="{188E4589-5AA9-481B-86EA-AE9B30B16A41}" presName="tx1" presStyleLbl="revTx" presStyleIdx="2" presStyleCnt="5"/>
      <dgm:spPr/>
    </dgm:pt>
    <dgm:pt modelId="{D43CA553-4F6B-D84D-9B71-35FCB5330EC6}" type="pres">
      <dgm:prSet presAssocID="{188E4589-5AA9-481B-86EA-AE9B30B16A41}" presName="vert1" presStyleCnt="0"/>
      <dgm:spPr/>
    </dgm:pt>
    <dgm:pt modelId="{667A485D-120D-374A-AEF4-BB65BB0F6837}" type="pres">
      <dgm:prSet presAssocID="{16BC9BFC-4C00-4FE2-B326-B44A7118E700}" presName="thickLine" presStyleLbl="alignNode1" presStyleIdx="3" presStyleCnt="5"/>
      <dgm:spPr/>
    </dgm:pt>
    <dgm:pt modelId="{9CB6DBCF-0349-2949-9ABF-4B4D8EC32582}" type="pres">
      <dgm:prSet presAssocID="{16BC9BFC-4C00-4FE2-B326-B44A7118E700}" presName="horz1" presStyleCnt="0"/>
      <dgm:spPr/>
    </dgm:pt>
    <dgm:pt modelId="{3DB8792C-91D8-B04E-A0F8-D392C3C2B736}" type="pres">
      <dgm:prSet presAssocID="{16BC9BFC-4C00-4FE2-B326-B44A7118E700}" presName="tx1" presStyleLbl="revTx" presStyleIdx="3" presStyleCnt="5"/>
      <dgm:spPr/>
    </dgm:pt>
    <dgm:pt modelId="{3E910589-B013-F347-A4B1-939B5A976D60}" type="pres">
      <dgm:prSet presAssocID="{16BC9BFC-4C00-4FE2-B326-B44A7118E700}" presName="vert1" presStyleCnt="0"/>
      <dgm:spPr/>
    </dgm:pt>
    <dgm:pt modelId="{317D8DFE-3F08-6A41-843C-DC9E5C7E906C}" type="pres">
      <dgm:prSet presAssocID="{7C048398-490C-43D0-BDE3-600D7F9601AD}" presName="thickLine" presStyleLbl="alignNode1" presStyleIdx="4" presStyleCnt="5"/>
      <dgm:spPr/>
    </dgm:pt>
    <dgm:pt modelId="{E725AFDC-490F-464D-972B-B9A7E95B739C}" type="pres">
      <dgm:prSet presAssocID="{7C048398-490C-43D0-BDE3-600D7F9601AD}" presName="horz1" presStyleCnt="0"/>
      <dgm:spPr/>
    </dgm:pt>
    <dgm:pt modelId="{488C891A-F9B1-8149-9C01-71587FD6AC69}" type="pres">
      <dgm:prSet presAssocID="{7C048398-490C-43D0-BDE3-600D7F9601AD}" presName="tx1" presStyleLbl="revTx" presStyleIdx="4" presStyleCnt="5"/>
      <dgm:spPr/>
    </dgm:pt>
    <dgm:pt modelId="{9F521BA5-386B-8E43-8115-3F142FA8B3F1}" type="pres">
      <dgm:prSet presAssocID="{7C048398-490C-43D0-BDE3-600D7F9601AD}" presName="vert1" presStyleCnt="0"/>
      <dgm:spPr/>
    </dgm:pt>
  </dgm:ptLst>
  <dgm:cxnLst>
    <dgm:cxn modelId="{D4DAF11F-0F98-4EE5-96C3-8518526270E8}" srcId="{CD33800E-771A-433E-B89C-9BBD3B3AF57C}" destId="{16BC9BFC-4C00-4FE2-B326-B44A7118E700}" srcOrd="3" destOrd="0" parTransId="{FAFC6BDC-92EE-4188-94F1-F9C3366F4B5E}" sibTransId="{4CF60092-6AFD-44F5-BEAE-EA8616FA4FD3}"/>
    <dgm:cxn modelId="{6F939038-BDC5-8148-B9D0-BEBAD55A1DE5}" type="presOf" srcId="{8972D54F-2799-4CDD-BD18-6843CD2761F6}" destId="{864A8537-284A-D440-89B1-7B20021BE567}" srcOrd="0" destOrd="0" presId="urn:microsoft.com/office/officeart/2008/layout/LinedList"/>
    <dgm:cxn modelId="{DDE67B49-BA3E-1B43-B7FC-633497619787}" type="presOf" srcId="{16BC9BFC-4C00-4FE2-B326-B44A7118E700}" destId="{3DB8792C-91D8-B04E-A0F8-D392C3C2B736}" srcOrd="0" destOrd="0" presId="urn:microsoft.com/office/officeart/2008/layout/LinedList"/>
    <dgm:cxn modelId="{9ED80C5D-FF8E-BB4A-AED6-7D8BD04AAD1E}" type="presOf" srcId="{C3C17B5B-455B-49C9-888C-0FE75A27D38C}" destId="{E7219128-3436-F24D-94B3-B36C70888B5D}" srcOrd="0" destOrd="0" presId="urn:microsoft.com/office/officeart/2008/layout/LinedList"/>
    <dgm:cxn modelId="{58405274-153A-B445-949A-A6DCCF851E6A}" type="presOf" srcId="{188E4589-5AA9-481B-86EA-AE9B30B16A41}" destId="{3A3A6603-C1E6-1940-A09B-5246BBC10F18}" srcOrd="0" destOrd="0" presId="urn:microsoft.com/office/officeart/2008/layout/LinedList"/>
    <dgm:cxn modelId="{793D529F-4953-DD48-BF79-6F60CF48C749}" type="presOf" srcId="{CD33800E-771A-433E-B89C-9BBD3B3AF57C}" destId="{D204D69B-C3CE-7842-926C-3653DEAA5BAF}" srcOrd="0" destOrd="0" presId="urn:microsoft.com/office/officeart/2008/layout/LinedList"/>
    <dgm:cxn modelId="{217A9BA9-AA2D-9844-A999-E992BFDA770E}" type="presOf" srcId="{7C048398-490C-43D0-BDE3-600D7F9601AD}" destId="{488C891A-F9B1-8149-9C01-71587FD6AC69}" srcOrd="0" destOrd="0" presId="urn:microsoft.com/office/officeart/2008/layout/LinedList"/>
    <dgm:cxn modelId="{F9CED8AB-A41D-45DC-A00A-5B16AD0C119C}" srcId="{CD33800E-771A-433E-B89C-9BBD3B3AF57C}" destId="{8972D54F-2799-4CDD-BD18-6843CD2761F6}" srcOrd="1" destOrd="0" parTransId="{36A629CE-1718-4191-8A40-9F8EAC391B93}" sibTransId="{874D2FD4-7961-4BB8-B9FA-00BEBB273215}"/>
    <dgm:cxn modelId="{AE9087C0-5474-4831-81E8-94C2493F7A1E}" srcId="{CD33800E-771A-433E-B89C-9BBD3B3AF57C}" destId="{188E4589-5AA9-481B-86EA-AE9B30B16A41}" srcOrd="2" destOrd="0" parTransId="{1262E94E-2069-4B5B-B58D-8C025FD45F13}" sibTransId="{E6E70819-52E5-45A6-8902-B05CB1BAE7EC}"/>
    <dgm:cxn modelId="{DE5A9CC9-A5DD-4F1C-B6BD-E168F248D3EF}" srcId="{CD33800E-771A-433E-B89C-9BBD3B3AF57C}" destId="{C3C17B5B-455B-49C9-888C-0FE75A27D38C}" srcOrd="0" destOrd="0" parTransId="{389F1522-FBD7-4E98-8BB1-6833A37740BB}" sibTransId="{F82FB084-CB50-47CC-88DC-2C4E21252D6F}"/>
    <dgm:cxn modelId="{F33AA0E6-5483-41C3-9C7A-ECA96C0E6353}" srcId="{CD33800E-771A-433E-B89C-9BBD3B3AF57C}" destId="{7C048398-490C-43D0-BDE3-600D7F9601AD}" srcOrd="4" destOrd="0" parTransId="{B727672E-C366-4598-ACC2-F890D3866F71}" sibTransId="{7D1DA8CC-5BBB-405C-A5FC-5B4D9413EED3}"/>
    <dgm:cxn modelId="{5EE56436-3082-A84D-838D-4E603D5AB553}" type="presParOf" srcId="{D204D69B-C3CE-7842-926C-3653DEAA5BAF}" destId="{0CAFEB80-975B-2743-88D2-6C3F6F6761F8}" srcOrd="0" destOrd="0" presId="urn:microsoft.com/office/officeart/2008/layout/LinedList"/>
    <dgm:cxn modelId="{C382AEB6-CAEC-E246-AD25-3715DCF78D18}" type="presParOf" srcId="{D204D69B-C3CE-7842-926C-3653DEAA5BAF}" destId="{76E260DD-BE86-294C-839D-42ED072F80E5}" srcOrd="1" destOrd="0" presId="urn:microsoft.com/office/officeart/2008/layout/LinedList"/>
    <dgm:cxn modelId="{51DCCDB0-D3EF-5E4F-BE01-13372ECB60A2}" type="presParOf" srcId="{76E260DD-BE86-294C-839D-42ED072F80E5}" destId="{E7219128-3436-F24D-94B3-B36C70888B5D}" srcOrd="0" destOrd="0" presId="urn:microsoft.com/office/officeart/2008/layout/LinedList"/>
    <dgm:cxn modelId="{741DEAB3-B336-5A47-9C5C-E84B14C9C607}" type="presParOf" srcId="{76E260DD-BE86-294C-839D-42ED072F80E5}" destId="{A3B20496-4F92-1444-85D5-405244AA6CDC}" srcOrd="1" destOrd="0" presId="urn:microsoft.com/office/officeart/2008/layout/LinedList"/>
    <dgm:cxn modelId="{6E02C45A-EAAC-5145-A032-D279D277AC3C}" type="presParOf" srcId="{D204D69B-C3CE-7842-926C-3653DEAA5BAF}" destId="{36296D41-0EAF-AB4B-AE33-6553366E3FCA}" srcOrd="2" destOrd="0" presId="urn:microsoft.com/office/officeart/2008/layout/LinedList"/>
    <dgm:cxn modelId="{B0931C38-1BB6-2242-8CED-F19FE0B99E8D}" type="presParOf" srcId="{D204D69B-C3CE-7842-926C-3653DEAA5BAF}" destId="{C1BB77FF-6541-4A4D-8259-8F633A6CFEE8}" srcOrd="3" destOrd="0" presId="urn:microsoft.com/office/officeart/2008/layout/LinedList"/>
    <dgm:cxn modelId="{5CF24D00-A13A-3640-9DEF-165BC0E53221}" type="presParOf" srcId="{C1BB77FF-6541-4A4D-8259-8F633A6CFEE8}" destId="{864A8537-284A-D440-89B1-7B20021BE567}" srcOrd="0" destOrd="0" presId="urn:microsoft.com/office/officeart/2008/layout/LinedList"/>
    <dgm:cxn modelId="{3991A196-0A78-3449-AA57-48525DCABA04}" type="presParOf" srcId="{C1BB77FF-6541-4A4D-8259-8F633A6CFEE8}" destId="{8775D20E-66E3-9346-A083-1D5283B3EAC7}" srcOrd="1" destOrd="0" presId="urn:microsoft.com/office/officeart/2008/layout/LinedList"/>
    <dgm:cxn modelId="{92111B8C-2360-C04A-82C9-5220B8D4D878}" type="presParOf" srcId="{D204D69B-C3CE-7842-926C-3653DEAA5BAF}" destId="{8B0E13DE-8F4D-5240-8F72-20AC8F8F6918}" srcOrd="4" destOrd="0" presId="urn:microsoft.com/office/officeart/2008/layout/LinedList"/>
    <dgm:cxn modelId="{92DF7465-3932-754A-A9FB-E993B2F2663B}" type="presParOf" srcId="{D204D69B-C3CE-7842-926C-3653DEAA5BAF}" destId="{C017B9F3-A635-6249-A704-57AB2E68C296}" srcOrd="5" destOrd="0" presId="urn:microsoft.com/office/officeart/2008/layout/LinedList"/>
    <dgm:cxn modelId="{05D77C41-EFC1-FA43-926E-F1422FF45BC9}" type="presParOf" srcId="{C017B9F3-A635-6249-A704-57AB2E68C296}" destId="{3A3A6603-C1E6-1940-A09B-5246BBC10F18}" srcOrd="0" destOrd="0" presId="urn:microsoft.com/office/officeart/2008/layout/LinedList"/>
    <dgm:cxn modelId="{9DC9462A-2BF0-6047-A754-6443913BE17E}" type="presParOf" srcId="{C017B9F3-A635-6249-A704-57AB2E68C296}" destId="{D43CA553-4F6B-D84D-9B71-35FCB5330EC6}" srcOrd="1" destOrd="0" presId="urn:microsoft.com/office/officeart/2008/layout/LinedList"/>
    <dgm:cxn modelId="{B515EE8F-F442-9544-A41B-DFD00580C820}" type="presParOf" srcId="{D204D69B-C3CE-7842-926C-3653DEAA5BAF}" destId="{667A485D-120D-374A-AEF4-BB65BB0F6837}" srcOrd="6" destOrd="0" presId="urn:microsoft.com/office/officeart/2008/layout/LinedList"/>
    <dgm:cxn modelId="{0169A5FE-6793-EC4A-B213-1700EAFE59CE}" type="presParOf" srcId="{D204D69B-C3CE-7842-926C-3653DEAA5BAF}" destId="{9CB6DBCF-0349-2949-9ABF-4B4D8EC32582}" srcOrd="7" destOrd="0" presId="urn:microsoft.com/office/officeart/2008/layout/LinedList"/>
    <dgm:cxn modelId="{C38A3831-A4D5-9947-82FD-A0999B8B8C66}" type="presParOf" srcId="{9CB6DBCF-0349-2949-9ABF-4B4D8EC32582}" destId="{3DB8792C-91D8-B04E-A0F8-D392C3C2B736}" srcOrd="0" destOrd="0" presId="urn:microsoft.com/office/officeart/2008/layout/LinedList"/>
    <dgm:cxn modelId="{22D915DD-32C7-9D43-BA70-1916C3001579}" type="presParOf" srcId="{9CB6DBCF-0349-2949-9ABF-4B4D8EC32582}" destId="{3E910589-B013-F347-A4B1-939B5A976D60}" srcOrd="1" destOrd="0" presId="urn:microsoft.com/office/officeart/2008/layout/LinedList"/>
    <dgm:cxn modelId="{D518AAA7-80CA-F947-8B23-1B262F5A56D5}" type="presParOf" srcId="{D204D69B-C3CE-7842-926C-3653DEAA5BAF}" destId="{317D8DFE-3F08-6A41-843C-DC9E5C7E906C}" srcOrd="8" destOrd="0" presId="urn:microsoft.com/office/officeart/2008/layout/LinedList"/>
    <dgm:cxn modelId="{DF5356B4-7937-914D-BC40-4C55C8896B2C}" type="presParOf" srcId="{D204D69B-C3CE-7842-926C-3653DEAA5BAF}" destId="{E725AFDC-490F-464D-972B-B9A7E95B739C}" srcOrd="9" destOrd="0" presId="urn:microsoft.com/office/officeart/2008/layout/LinedList"/>
    <dgm:cxn modelId="{3DFA01D6-D81C-F643-A5A3-C044115817DF}" type="presParOf" srcId="{E725AFDC-490F-464D-972B-B9A7E95B739C}" destId="{488C891A-F9B1-8149-9C01-71587FD6AC69}" srcOrd="0" destOrd="0" presId="urn:microsoft.com/office/officeart/2008/layout/LinedList"/>
    <dgm:cxn modelId="{88904129-98D2-1840-99F8-2224A7F01C46}" type="presParOf" srcId="{E725AFDC-490F-464D-972B-B9A7E95B739C}" destId="{9F521BA5-386B-8E43-8115-3F142FA8B3F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11ED76A-9A82-4C26-854B-E54094CD5FD6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9B31881F-556B-4E96-8AEB-C0CA8254A5BA}">
      <dgm:prSet/>
      <dgm:spPr/>
      <dgm:t>
        <a:bodyPr/>
        <a:lstStyle/>
        <a:p>
          <a:r>
            <a:rPr lang="en-US" dirty="0"/>
            <a:t>Afropot provides a complete Nigerian food ordering and delivery experience.</a:t>
          </a:r>
        </a:p>
      </dgm:t>
    </dgm:pt>
    <dgm:pt modelId="{026E04BC-9680-4A04-B19E-9E08FC194863}" type="parTrans" cxnId="{ABACF9DC-2465-4433-8506-E22195DCBB8E}">
      <dgm:prSet/>
      <dgm:spPr/>
      <dgm:t>
        <a:bodyPr/>
        <a:lstStyle/>
        <a:p>
          <a:endParaRPr lang="en-US"/>
        </a:p>
      </dgm:t>
    </dgm:pt>
    <dgm:pt modelId="{A3179F43-0792-4864-9474-CB5C128D8D04}" type="sibTrans" cxnId="{ABACF9DC-2465-4433-8506-E22195DCBB8E}">
      <dgm:prSet/>
      <dgm:spPr/>
      <dgm:t>
        <a:bodyPr/>
        <a:lstStyle/>
        <a:p>
          <a:endParaRPr lang="en-US"/>
        </a:p>
      </dgm:t>
    </dgm:pt>
    <dgm:pt modelId="{0E0896A5-F058-454E-A040-25FF0B097EBD}">
      <dgm:prSet/>
      <dgm:spPr/>
      <dgm:t>
        <a:bodyPr/>
        <a:lstStyle/>
        <a:p>
          <a:r>
            <a:rPr lang="en-US" dirty="0"/>
            <a:t>It promotes Nigerian cuisine globally through technology.</a:t>
          </a:r>
        </a:p>
      </dgm:t>
    </dgm:pt>
    <dgm:pt modelId="{B3D3E370-73ED-4784-A7A3-7BCBF912ACBD}" type="parTrans" cxnId="{0FB03678-8FFD-465F-B8E7-83540FA86A0F}">
      <dgm:prSet/>
      <dgm:spPr/>
      <dgm:t>
        <a:bodyPr/>
        <a:lstStyle/>
        <a:p>
          <a:endParaRPr lang="en-US"/>
        </a:p>
      </dgm:t>
    </dgm:pt>
    <dgm:pt modelId="{71C99D1B-DFAE-4B20-8EA3-5BC75489FCEE}" type="sibTrans" cxnId="{0FB03678-8FFD-465F-B8E7-83540FA86A0F}">
      <dgm:prSet/>
      <dgm:spPr/>
      <dgm:t>
        <a:bodyPr/>
        <a:lstStyle/>
        <a:p>
          <a:endParaRPr lang="en-US"/>
        </a:p>
      </dgm:t>
    </dgm:pt>
    <dgm:pt modelId="{6F4D040B-5657-4EB0-B6DB-8B3B9696F188}">
      <dgm:prSet/>
      <dgm:spPr/>
      <dgm:t>
        <a:bodyPr/>
        <a:lstStyle/>
        <a:p>
          <a:r>
            <a:rPr lang="en-US" dirty="0"/>
            <a:t>With its modular and scalable architecture, Afropot is ready for real-world deployment and future growth.</a:t>
          </a:r>
        </a:p>
      </dgm:t>
    </dgm:pt>
    <dgm:pt modelId="{9B685FB9-92C0-47B2-B07B-C1A073A2CFE7}" type="parTrans" cxnId="{6DA6ABBE-4992-4A88-AF3E-0B1E54785118}">
      <dgm:prSet/>
      <dgm:spPr/>
      <dgm:t>
        <a:bodyPr/>
        <a:lstStyle/>
        <a:p>
          <a:endParaRPr lang="en-US"/>
        </a:p>
      </dgm:t>
    </dgm:pt>
    <dgm:pt modelId="{1E26FDB8-F3B1-462A-8A17-B097A9BA71C7}" type="sibTrans" cxnId="{6DA6ABBE-4992-4A88-AF3E-0B1E54785118}">
      <dgm:prSet/>
      <dgm:spPr/>
      <dgm:t>
        <a:bodyPr/>
        <a:lstStyle/>
        <a:p>
          <a:endParaRPr lang="en-US"/>
        </a:p>
      </dgm:t>
    </dgm:pt>
    <dgm:pt modelId="{99F3F09E-1EB6-4F41-A9CF-899AAD7FA162}" type="pres">
      <dgm:prSet presAssocID="{311ED76A-9A82-4C26-854B-E54094CD5FD6}" presName="vert0" presStyleCnt="0">
        <dgm:presLayoutVars>
          <dgm:dir/>
          <dgm:animOne val="branch"/>
          <dgm:animLvl val="lvl"/>
        </dgm:presLayoutVars>
      </dgm:prSet>
      <dgm:spPr/>
    </dgm:pt>
    <dgm:pt modelId="{A69B978E-59E8-C743-9FA7-D150E02B7452}" type="pres">
      <dgm:prSet presAssocID="{9B31881F-556B-4E96-8AEB-C0CA8254A5BA}" presName="thickLine" presStyleLbl="alignNode1" presStyleIdx="0" presStyleCnt="3"/>
      <dgm:spPr/>
    </dgm:pt>
    <dgm:pt modelId="{BC435D64-D9D1-E748-96E1-9579382104A7}" type="pres">
      <dgm:prSet presAssocID="{9B31881F-556B-4E96-8AEB-C0CA8254A5BA}" presName="horz1" presStyleCnt="0"/>
      <dgm:spPr/>
    </dgm:pt>
    <dgm:pt modelId="{47892016-F3FC-E448-8BA1-8444E70D4FDA}" type="pres">
      <dgm:prSet presAssocID="{9B31881F-556B-4E96-8AEB-C0CA8254A5BA}" presName="tx1" presStyleLbl="revTx" presStyleIdx="0" presStyleCnt="3"/>
      <dgm:spPr/>
    </dgm:pt>
    <dgm:pt modelId="{30348A0A-F468-2745-99F7-17E09DD05BE4}" type="pres">
      <dgm:prSet presAssocID="{9B31881F-556B-4E96-8AEB-C0CA8254A5BA}" presName="vert1" presStyleCnt="0"/>
      <dgm:spPr/>
    </dgm:pt>
    <dgm:pt modelId="{2675A285-61E5-6D46-95B8-147298B7CD3A}" type="pres">
      <dgm:prSet presAssocID="{0E0896A5-F058-454E-A040-25FF0B097EBD}" presName="thickLine" presStyleLbl="alignNode1" presStyleIdx="1" presStyleCnt="3"/>
      <dgm:spPr/>
    </dgm:pt>
    <dgm:pt modelId="{23A052CB-F174-E64C-BDD8-03DF71285337}" type="pres">
      <dgm:prSet presAssocID="{0E0896A5-F058-454E-A040-25FF0B097EBD}" presName="horz1" presStyleCnt="0"/>
      <dgm:spPr/>
    </dgm:pt>
    <dgm:pt modelId="{8D8D15AA-E170-0B4B-97D6-22712E031E2E}" type="pres">
      <dgm:prSet presAssocID="{0E0896A5-F058-454E-A040-25FF0B097EBD}" presName="tx1" presStyleLbl="revTx" presStyleIdx="1" presStyleCnt="3"/>
      <dgm:spPr/>
    </dgm:pt>
    <dgm:pt modelId="{1D93E29B-0867-3A47-A8DE-2B7BA229B315}" type="pres">
      <dgm:prSet presAssocID="{0E0896A5-F058-454E-A040-25FF0B097EBD}" presName="vert1" presStyleCnt="0"/>
      <dgm:spPr/>
    </dgm:pt>
    <dgm:pt modelId="{E747FF4C-5088-0342-8DCC-2090C4169F51}" type="pres">
      <dgm:prSet presAssocID="{6F4D040B-5657-4EB0-B6DB-8B3B9696F188}" presName="thickLine" presStyleLbl="alignNode1" presStyleIdx="2" presStyleCnt="3"/>
      <dgm:spPr/>
    </dgm:pt>
    <dgm:pt modelId="{70719900-EDF4-1047-941B-73EC20D7D71B}" type="pres">
      <dgm:prSet presAssocID="{6F4D040B-5657-4EB0-B6DB-8B3B9696F188}" presName="horz1" presStyleCnt="0"/>
      <dgm:spPr/>
    </dgm:pt>
    <dgm:pt modelId="{D9655519-0952-5740-A61F-F5D3D583A07D}" type="pres">
      <dgm:prSet presAssocID="{6F4D040B-5657-4EB0-B6DB-8B3B9696F188}" presName="tx1" presStyleLbl="revTx" presStyleIdx="2" presStyleCnt="3"/>
      <dgm:spPr/>
    </dgm:pt>
    <dgm:pt modelId="{6971A8B0-7E1D-2841-A1FB-FF762376E81D}" type="pres">
      <dgm:prSet presAssocID="{6F4D040B-5657-4EB0-B6DB-8B3B9696F188}" presName="vert1" presStyleCnt="0"/>
      <dgm:spPr/>
    </dgm:pt>
  </dgm:ptLst>
  <dgm:cxnLst>
    <dgm:cxn modelId="{E1223D23-588F-6743-9EDB-BAFAEB37D872}" type="presOf" srcId="{6F4D040B-5657-4EB0-B6DB-8B3B9696F188}" destId="{D9655519-0952-5740-A61F-F5D3D583A07D}" srcOrd="0" destOrd="0" presId="urn:microsoft.com/office/officeart/2008/layout/LinedList"/>
    <dgm:cxn modelId="{29BDAB5F-0052-4C4B-B7D2-B6398F639F69}" type="presOf" srcId="{311ED76A-9A82-4C26-854B-E54094CD5FD6}" destId="{99F3F09E-1EB6-4F41-A9CF-899AAD7FA162}" srcOrd="0" destOrd="0" presId="urn:microsoft.com/office/officeart/2008/layout/LinedList"/>
    <dgm:cxn modelId="{7B21AF62-6626-4741-B3D8-187CB0958605}" type="presOf" srcId="{0E0896A5-F058-454E-A040-25FF0B097EBD}" destId="{8D8D15AA-E170-0B4B-97D6-22712E031E2E}" srcOrd="0" destOrd="0" presId="urn:microsoft.com/office/officeart/2008/layout/LinedList"/>
    <dgm:cxn modelId="{0FB03678-8FFD-465F-B8E7-83540FA86A0F}" srcId="{311ED76A-9A82-4C26-854B-E54094CD5FD6}" destId="{0E0896A5-F058-454E-A040-25FF0B097EBD}" srcOrd="1" destOrd="0" parTransId="{B3D3E370-73ED-4784-A7A3-7BCBF912ACBD}" sibTransId="{71C99D1B-DFAE-4B20-8EA3-5BC75489FCEE}"/>
    <dgm:cxn modelId="{6DA6ABBE-4992-4A88-AF3E-0B1E54785118}" srcId="{311ED76A-9A82-4C26-854B-E54094CD5FD6}" destId="{6F4D040B-5657-4EB0-B6DB-8B3B9696F188}" srcOrd="2" destOrd="0" parTransId="{9B685FB9-92C0-47B2-B07B-C1A073A2CFE7}" sibTransId="{1E26FDB8-F3B1-462A-8A17-B097A9BA71C7}"/>
    <dgm:cxn modelId="{D5948ACF-B50D-E44F-B41A-A0D45E3C51AF}" type="presOf" srcId="{9B31881F-556B-4E96-8AEB-C0CA8254A5BA}" destId="{47892016-F3FC-E448-8BA1-8444E70D4FDA}" srcOrd="0" destOrd="0" presId="urn:microsoft.com/office/officeart/2008/layout/LinedList"/>
    <dgm:cxn modelId="{ABACF9DC-2465-4433-8506-E22195DCBB8E}" srcId="{311ED76A-9A82-4C26-854B-E54094CD5FD6}" destId="{9B31881F-556B-4E96-8AEB-C0CA8254A5BA}" srcOrd="0" destOrd="0" parTransId="{026E04BC-9680-4A04-B19E-9E08FC194863}" sibTransId="{A3179F43-0792-4864-9474-CB5C128D8D04}"/>
    <dgm:cxn modelId="{9836CBC1-0595-3F45-A091-52289BC7F0E3}" type="presParOf" srcId="{99F3F09E-1EB6-4F41-A9CF-899AAD7FA162}" destId="{A69B978E-59E8-C743-9FA7-D150E02B7452}" srcOrd="0" destOrd="0" presId="urn:microsoft.com/office/officeart/2008/layout/LinedList"/>
    <dgm:cxn modelId="{96646686-5741-C14E-B8C3-15C245B6E95B}" type="presParOf" srcId="{99F3F09E-1EB6-4F41-A9CF-899AAD7FA162}" destId="{BC435D64-D9D1-E748-96E1-9579382104A7}" srcOrd="1" destOrd="0" presId="urn:microsoft.com/office/officeart/2008/layout/LinedList"/>
    <dgm:cxn modelId="{7F4357D8-E48B-B94D-80E3-44BFAD586D8E}" type="presParOf" srcId="{BC435D64-D9D1-E748-96E1-9579382104A7}" destId="{47892016-F3FC-E448-8BA1-8444E70D4FDA}" srcOrd="0" destOrd="0" presId="urn:microsoft.com/office/officeart/2008/layout/LinedList"/>
    <dgm:cxn modelId="{EF52AF1B-E95C-8146-9D57-A0CE2A2A9327}" type="presParOf" srcId="{BC435D64-D9D1-E748-96E1-9579382104A7}" destId="{30348A0A-F468-2745-99F7-17E09DD05BE4}" srcOrd="1" destOrd="0" presId="urn:microsoft.com/office/officeart/2008/layout/LinedList"/>
    <dgm:cxn modelId="{45909D10-5E7F-0442-AC99-19DCAFB1C588}" type="presParOf" srcId="{99F3F09E-1EB6-4F41-A9CF-899AAD7FA162}" destId="{2675A285-61E5-6D46-95B8-147298B7CD3A}" srcOrd="2" destOrd="0" presId="urn:microsoft.com/office/officeart/2008/layout/LinedList"/>
    <dgm:cxn modelId="{A981EDD4-0F7B-F04F-87A8-D28200B737E9}" type="presParOf" srcId="{99F3F09E-1EB6-4F41-A9CF-899AAD7FA162}" destId="{23A052CB-F174-E64C-BDD8-03DF71285337}" srcOrd="3" destOrd="0" presId="urn:microsoft.com/office/officeart/2008/layout/LinedList"/>
    <dgm:cxn modelId="{C982BA13-5E33-2D47-AC82-1085780D1DAD}" type="presParOf" srcId="{23A052CB-F174-E64C-BDD8-03DF71285337}" destId="{8D8D15AA-E170-0B4B-97D6-22712E031E2E}" srcOrd="0" destOrd="0" presId="urn:microsoft.com/office/officeart/2008/layout/LinedList"/>
    <dgm:cxn modelId="{865BD6B0-CAF4-2848-A727-03403B863E7D}" type="presParOf" srcId="{23A052CB-F174-E64C-BDD8-03DF71285337}" destId="{1D93E29B-0867-3A47-A8DE-2B7BA229B315}" srcOrd="1" destOrd="0" presId="urn:microsoft.com/office/officeart/2008/layout/LinedList"/>
    <dgm:cxn modelId="{04283346-B524-1C41-B010-12A4CFF2C96C}" type="presParOf" srcId="{99F3F09E-1EB6-4F41-A9CF-899AAD7FA162}" destId="{E747FF4C-5088-0342-8DCC-2090C4169F51}" srcOrd="4" destOrd="0" presId="urn:microsoft.com/office/officeart/2008/layout/LinedList"/>
    <dgm:cxn modelId="{D4845A14-F6B1-BC4C-B7DC-C1E951247686}" type="presParOf" srcId="{99F3F09E-1EB6-4F41-A9CF-899AAD7FA162}" destId="{70719900-EDF4-1047-941B-73EC20D7D71B}" srcOrd="5" destOrd="0" presId="urn:microsoft.com/office/officeart/2008/layout/LinedList"/>
    <dgm:cxn modelId="{6762A27A-00DC-8149-AC14-B6696066F453}" type="presParOf" srcId="{70719900-EDF4-1047-941B-73EC20D7D71B}" destId="{D9655519-0952-5740-A61F-F5D3D583A07D}" srcOrd="0" destOrd="0" presId="urn:microsoft.com/office/officeart/2008/layout/LinedList"/>
    <dgm:cxn modelId="{0A6BD88A-22BF-0647-8E21-A3CE909B4A6D}" type="presParOf" srcId="{70719900-EDF4-1047-941B-73EC20D7D71B}" destId="{6971A8B0-7E1D-2841-A1FB-FF762376E81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ACEDF5-A357-4761-8B5C-53363B77A487}">
      <dsp:nvSpPr>
        <dsp:cNvPr id="0" name=""/>
        <dsp:cNvSpPr/>
      </dsp:nvSpPr>
      <dsp:spPr>
        <a:xfrm>
          <a:off x="2369995" y="176946"/>
          <a:ext cx="560830" cy="560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1E17D5-571F-4E11-BCBF-5C6A875B0C15}">
      <dsp:nvSpPr>
        <dsp:cNvPr id="0" name=""/>
        <dsp:cNvSpPr/>
      </dsp:nvSpPr>
      <dsp:spPr>
        <a:xfrm>
          <a:off x="2027265" y="924737"/>
          <a:ext cx="1246289" cy="498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Afropot is a mobile-based restaurant and delivery platform for authentic Nigerian dishes.</a:t>
          </a:r>
        </a:p>
      </dsp:txBody>
      <dsp:txXfrm>
        <a:off x="2027265" y="924737"/>
        <a:ext cx="1246289" cy="498515"/>
      </dsp:txXfrm>
    </dsp:sp>
    <dsp:sp modelId="{301314BC-4799-4A5C-BDF0-2F7D12F71BA9}">
      <dsp:nvSpPr>
        <dsp:cNvPr id="0" name=""/>
        <dsp:cNvSpPr/>
      </dsp:nvSpPr>
      <dsp:spPr>
        <a:xfrm>
          <a:off x="3834384" y="176946"/>
          <a:ext cx="560830" cy="560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0D5F1B-FA2D-40A2-8089-7EBE0CE17BA7}">
      <dsp:nvSpPr>
        <dsp:cNvPr id="0" name=""/>
        <dsp:cNvSpPr/>
      </dsp:nvSpPr>
      <dsp:spPr>
        <a:xfrm>
          <a:off x="3491655" y="924737"/>
          <a:ext cx="1246289" cy="498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It allows users to browse meals, place orders, and get deliveries easily.</a:t>
          </a:r>
        </a:p>
      </dsp:txBody>
      <dsp:txXfrm>
        <a:off x="3491655" y="924737"/>
        <a:ext cx="1246289" cy="498515"/>
      </dsp:txXfrm>
    </dsp:sp>
    <dsp:sp modelId="{EC7258AD-1BCD-4A5F-ABB2-5BF65639920E}">
      <dsp:nvSpPr>
        <dsp:cNvPr id="0" name=""/>
        <dsp:cNvSpPr/>
      </dsp:nvSpPr>
      <dsp:spPr>
        <a:xfrm>
          <a:off x="5298774" y="176946"/>
          <a:ext cx="560830" cy="560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B41DBF-525C-4BFF-807A-4197C25980BD}">
      <dsp:nvSpPr>
        <dsp:cNvPr id="0" name=""/>
        <dsp:cNvSpPr/>
      </dsp:nvSpPr>
      <dsp:spPr>
        <a:xfrm>
          <a:off x="4956045" y="924737"/>
          <a:ext cx="1246289" cy="498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Afropot modernizes Nigerian food access through a digital platform.</a:t>
          </a:r>
        </a:p>
      </dsp:txBody>
      <dsp:txXfrm>
        <a:off x="4956045" y="924737"/>
        <a:ext cx="1246289" cy="4985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485E2B-46E5-C44F-A42A-E1C93846FD85}">
      <dsp:nvSpPr>
        <dsp:cNvPr id="0" name=""/>
        <dsp:cNvSpPr/>
      </dsp:nvSpPr>
      <dsp:spPr>
        <a:xfrm>
          <a:off x="0" y="114185"/>
          <a:ext cx="5175384" cy="83422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• Platform: Android Mobile App (Java)</a:t>
          </a:r>
        </a:p>
      </dsp:txBody>
      <dsp:txXfrm>
        <a:off x="40724" y="154909"/>
        <a:ext cx="5093936" cy="752780"/>
      </dsp:txXfrm>
    </dsp:sp>
    <dsp:sp modelId="{E972B631-4170-0A47-8D7F-1B692BD5DF78}">
      <dsp:nvSpPr>
        <dsp:cNvPr id="0" name=""/>
        <dsp:cNvSpPr/>
      </dsp:nvSpPr>
      <dsp:spPr>
        <a:xfrm>
          <a:off x="0" y="1008893"/>
          <a:ext cx="5175384" cy="834228"/>
        </a:xfrm>
        <a:prstGeom prst="round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• Backend: Spring Boot Microservices (Java)</a:t>
          </a:r>
        </a:p>
      </dsp:txBody>
      <dsp:txXfrm>
        <a:off x="40724" y="1049617"/>
        <a:ext cx="5093936" cy="752780"/>
      </dsp:txXfrm>
    </dsp:sp>
    <dsp:sp modelId="{530005DF-C0D0-5A47-BD54-53EF68039C24}">
      <dsp:nvSpPr>
        <dsp:cNvPr id="0" name=""/>
        <dsp:cNvSpPr/>
      </dsp:nvSpPr>
      <dsp:spPr>
        <a:xfrm>
          <a:off x="0" y="1903602"/>
          <a:ext cx="5175384" cy="834228"/>
        </a:xfrm>
        <a:prstGeom prst="roundRect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• Database: PostgreSQL</a:t>
          </a:r>
        </a:p>
      </dsp:txBody>
      <dsp:txXfrm>
        <a:off x="40724" y="1944326"/>
        <a:ext cx="5093936" cy="752780"/>
      </dsp:txXfrm>
    </dsp:sp>
    <dsp:sp modelId="{70CF33F9-A7A8-F14A-B03F-01975AF83966}">
      <dsp:nvSpPr>
        <dsp:cNvPr id="0" name=""/>
        <dsp:cNvSpPr/>
      </dsp:nvSpPr>
      <dsp:spPr>
        <a:xfrm>
          <a:off x="0" y="2798310"/>
          <a:ext cx="5175384" cy="834228"/>
        </a:xfrm>
        <a:prstGeom prst="roundRect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• Deployment: Docker containers</a:t>
          </a:r>
        </a:p>
      </dsp:txBody>
      <dsp:txXfrm>
        <a:off x="40724" y="2839034"/>
        <a:ext cx="5093936" cy="752780"/>
      </dsp:txXfrm>
    </dsp:sp>
    <dsp:sp modelId="{02193975-7C7C-1D49-9DF8-DF2DB3D1319A}">
      <dsp:nvSpPr>
        <dsp:cNvPr id="0" name=""/>
        <dsp:cNvSpPr/>
      </dsp:nvSpPr>
      <dsp:spPr>
        <a:xfrm>
          <a:off x="0" y="3693018"/>
          <a:ext cx="5175384" cy="834228"/>
        </a:xfrm>
        <a:prstGeom prst="roundRect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• Version Control: GitHub repository</a:t>
          </a:r>
        </a:p>
      </dsp:txBody>
      <dsp:txXfrm>
        <a:off x="40724" y="3733742"/>
        <a:ext cx="5093936" cy="752780"/>
      </dsp:txXfrm>
    </dsp:sp>
    <dsp:sp modelId="{FEB24FCC-43BF-064F-AAD8-7791F7CEDAE7}">
      <dsp:nvSpPr>
        <dsp:cNvPr id="0" name=""/>
        <dsp:cNvSpPr/>
      </dsp:nvSpPr>
      <dsp:spPr>
        <a:xfrm>
          <a:off x="0" y="4587727"/>
          <a:ext cx="5175384" cy="834228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• APIs: RESTful communication between services</a:t>
          </a:r>
        </a:p>
      </dsp:txBody>
      <dsp:txXfrm>
        <a:off x="40724" y="4628451"/>
        <a:ext cx="5093936" cy="7527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353CF3-4174-5E49-9B8D-8E6F05CF80DC}">
      <dsp:nvSpPr>
        <dsp:cNvPr id="0" name=""/>
        <dsp:cNvSpPr/>
      </dsp:nvSpPr>
      <dsp:spPr>
        <a:xfrm>
          <a:off x="0" y="32610"/>
          <a:ext cx="5175384" cy="1034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1. User Service – manages users (Customer, Admin, Rider).</a:t>
          </a:r>
        </a:p>
      </dsp:txBody>
      <dsp:txXfrm>
        <a:off x="50489" y="83099"/>
        <a:ext cx="5074406" cy="933302"/>
      </dsp:txXfrm>
    </dsp:sp>
    <dsp:sp modelId="{16F91B53-F455-C243-8668-61DA5538B09F}">
      <dsp:nvSpPr>
        <dsp:cNvPr id="0" name=""/>
        <dsp:cNvSpPr/>
      </dsp:nvSpPr>
      <dsp:spPr>
        <a:xfrm>
          <a:off x="0" y="1141770"/>
          <a:ext cx="5175384" cy="1034280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2. Menu Service – maintains Nigerian dishes and prices.</a:t>
          </a:r>
        </a:p>
      </dsp:txBody>
      <dsp:txXfrm>
        <a:off x="50489" y="1192259"/>
        <a:ext cx="5074406" cy="933302"/>
      </dsp:txXfrm>
    </dsp:sp>
    <dsp:sp modelId="{5DB8E8A4-B178-8B46-B449-0ABBBAC697B9}">
      <dsp:nvSpPr>
        <dsp:cNvPr id="0" name=""/>
        <dsp:cNvSpPr/>
      </dsp:nvSpPr>
      <dsp:spPr>
        <a:xfrm>
          <a:off x="0" y="2250930"/>
          <a:ext cx="5175384" cy="103428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3. Order Service – handles order creation and payment.</a:t>
          </a:r>
        </a:p>
      </dsp:txBody>
      <dsp:txXfrm>
        <a:off x="50489" y="2301419"/>
        <a:ext cx="5074406" cy="933302"/>
      </dsp:txXfrm>
    </dsp:sp>
    <dsp:sp modelId="{A1B7873E-3177-904F-AADE-B593AA2F82B4}">
      <dsp:nvSpPr>
        <dsp:cNvPr id="0" name=""/>
        <dsp:cNvSpPr/>
      </dsp:nvSpPr>
      <dsp:spPr>
        <a:xfrm>
          <a:off x="0" y="3360090"/>
          <a:ext cx="5175384" cy="1034280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4. Delivery Service – manages riders and delivery tracking.</a:t>
          </a:r>
        </a:p>
      </dsp:txBody>
      <dsp:txXfrm>
        <a:off x="50489" y="3410579"/>
        <a:ext cx="5074406" cy="933302"/>
      </dsp:txXfrm>
    </dsp:sp>
    <dsp:sp modelId="{211F7CA1-F760-BE43-B4D4-A9FB02068E49}">
      <dsp:nvSpPr>
        <dsp:cNvPr id="0" name=""/>
        <dsp:cNvSpPr/>
      </dsp:nvSpPr>
      <dsp:spPr>
        <a:xfrm>
          <a:off x="0" y="4469250"/>
          <a:ext cx="5175384" cy="103428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5. Notification Service – sends push notifications.</a:t>
          </a:r>
        </a:p>
      </dsp:txBody>
      <dsp:txXfrm>
        <a:off x="50489" y="4519739"/>
        <a:ext cx="5074406" cy="93330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1DEB73-E6F6-4043-8957-9600C1EE28A9}">
      <dsp:nvSpPr>
        <dsp:cNvPr id="0" name=""/>
        <dsp:cNvSpPr/>
      </dsp:nvSpPr>
      <dsp:spPr>
        <a:xfrm>
          <a:off x="0" y="137820"/>
          <a:ext cx="5175384" cy="9945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Afropot uses a modular microservice-based architecture.</a:t>
          </a:r>
        </a:p>
      </dsp:txBody>
      <dsp:txXfrm>
        <a:off x="48547" y="186367"/>
        <a:ext cx="5078290" cy="897406"/>
      </dsp:txXfrm>
    </dsp:sp>
    <dsp:sp modelId="{7CD5E197-1268-2A4E-AC85-33D9A92E6B4D}">
      <dsp:nvSpPr>
        <dsp:cNvPr id="0" name=""/>
        <dsp:cNvSpPr/>
      </dsp:nvSpPr>
      <dsp:spPr>
        <a:xfrm>
          <a:off x="0" y="1204320"/>
          <a:ext cx="5175384" cy="994500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Services communicate via REST APIs and each has its own database.</a:t>
          </a:r>
        </a:p>
      </dsp:txBody>
      <dsp:txXfrm>
        <a:off x="48547" y="1252867"/>
        <a:ext cx="5078290" cy="897406"/>
      </dsp:txXfrm>
    </dsp:sp>
    <dsp:sp modelId="{A23267A9-5AA9-2943-B9C1-92CC6DDB0D83}">
      <dsp:nvSpPr>
        <dsp:cNvPr id="0" name=""/>
        <dsp:cNvSpPr/>
      </dsp:nvSpPr>
      <dsp:spPr>
        <a:xfrm>
          <a:off x="0" y="2270820"/>
          <a:ext cx="5175384" cy="99450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The Android app interacts securely with the backend APIs through HTTP.</a:t>
          </a:r>
        </a:p>
      </dsp:txBody>
      <dsp:txXfrm>
        <a:off x="48547" y="2319367"/>
        <a:ext cx="5078290" cy="897406"/>
      </dsp:txXfrm>
    </dsp:sp>
    <dsp:sp modelId="{E0A18018-3694-8D4F-BA45-D4F1D0167B96}">
      <dsp:nvSpPr>
        <dsp:cNvPr id="0" name=""/>
        <dsp:cNvSpPr/>
      </dsp:nvSpPr>
      <dsp:spPr>
        <a:xfrm>
          <a:off x="0" y="3337320"/>
          <a:ext cx="5175384" cy="994500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Architecture Example:</a:t>
          </a:r>
        </a:p>
      </dsp:txBody>
      <dsp:txXfrm>
        <a:off x="48547" y="3385867"/>
        <a:ext cx="5078290" cy="897406"/>
      </dsp:txXfrm>
    </dsp:sp>
    <dsp:sp modelId="{5B063757-3F48-A84D-911A-4A6633F8BCEC}">
      <dsp:nvSpPr>
        <dsp:cNvPr id="0" name=""/>
        <dsp:cNvSpPr/>
      </dsp:nvSpPr>
      <dsp:spPr>
        <a:xfrm>
          <a:off x="0" y="4403820"/>
          <a:ext cx="5175384" cy="99450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[Android App] → [API Gateway] → [User/Menu/Order/Delivery Services]</a:t>
          </a:r>
        </a:p>
      </dsp:txBody>
      <dsp:txXfrm>
        <a:off x="48547" y="4452367"/>
        <a:ext cx="5078290" cy="89740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345936-F522-244D-A012-194B67352A45}">
      <dsp:nvSpPr>
        <dsp:cNvPr id="0" name=""/>
        <dsp:cNvSpPr/>
      </dsp:nvSpPr>
      <dsp:spPr>
        <a:xfrm>
          <a:off x="0" y="114185"/>
          <a:ext cx="5175384" cy="83422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Actors:</a:t>
          </a:r>
        </a:p>
      </dsp:txBody>
      <dsp:txXfrm>
        <a:off x="40724" y="154909"/>
        <a:ext cx="5093936" cy="752780"/>
      </dsp:txXfrm>
    </dsp:sp>
    <dsp:sp modelId="{3AAB3F3D-B828-7043-BC16-3F0B94F98CE4}">
      <dsp:nvSpPr>
        <dsp:cNvPr id="0" name=""/>
        <dsp:cNvSpPr/>
      </dsp:nvSpPr>
      <dsp:spPr>
        <a:xfrm>
          <a:off x="0" y="1008893"/>
          <a:ext cx="5175384" cy="834228"/>
        </a:xfrm>
        <a:prstGeom prst="round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• Customer – browse dishes, place orders, and track delivery.</a:t>
          </a:r>
        </a:p>
      </dsp:txBody>
      <dsp:txXfrm>
        <a:off x="40724" y="1049617"/>
        <a:ext cx="5093936" cy="752780"/>
      </dsp:txXfrm>
    </dsp:sp>
    <dsp:sp modelId="{9284F078-9806-0B42-9BAE-731F0FCDD0A8}">
      <dsp:nvSpPr>
        <dsp:cNvPr id="0" name=""/>
        <dsp:cNvSpPr/>
      </dsp:nvSpPr>
      <dsp:spPr>
        <a:xfrm>
          <a:off x="0" y="1903602"/>
          <a:ext cx="5175384" cy="834228"/>
        </a:xfrm>
        <a:prstGeom prst="roundRect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• Admin – manage menu, orders, and assign riders.</a:t>
          </a:r>
        </a:p>
      </dsp:txBody>
      <dsp:txXfrm>
        <a:off x="40724" y="1944326"/>
        <a:ext cx="5093936" cy="752780"/>
      </dsp:txXfrm>
    </dsp:sp>
    <dsp:sp modelId="{3645EE23-455E-B44B-B971-FE55983C6F2F}">
      <dsp:nvSpPr>
        <dsp:cNvPr id="0" name=""/>
        <dsp:cNvSpPr/>
      </dsp:nvSpPr>
      <dsp:spPr>
        <a:xfrm>
          <a:off x="0" y="2798310"/>
          <a:ext cx="5175384" cy="834228"/>
        </a:xfrm>
        <a:prstGeom prst="roundRect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• Rider – view assigned deliveries and update delivery status.</a:t>
          </a:r>
        </a:p>
      </dsp:txBody>
      <dsp:txXfrm>
        <a:off x="40724" y="2839034"/>
        <a:ext cx="5093936" cy="752780"/>
      </dsp:txXfrm>
    </dsp:sp>
    <dsp:sp modelId="{B1284479-18E3-9842-9C0E-E39FE4D55FDD}">
      <dsp:nvSpPr>
        <dsp:cNvPr id="0" name=""/>
        <dsp:cNvSpPr/>
      </dsp:nvSpPr>
      <dsp:spPr>
        <a:xfrm>
          <a:off x="0" y="3693018"/>
          <a:ext cx="5175384" cy="834228"/>
        </a:xfrm>
        <a:prstGeom prst="roundRect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Key Use Cases:</a:t>
          </a:r>
        </a:p>
      </dsp:txBody>
      <dsp:txXfrm>
        <a:off x="40724" y="3733742"/>
        <a:ext cx="5093936" cy="752780"/>
      </dsp:txXfrm>
    </dsp:sp>
    <dsp:sp modelId="{2D82B7B4-55D9-1241-BA0B-AA4B51A1F26C}">
      <dsp:nvSpPr>
        <dsp:cNvPr id="0" name=""/>
        <dsp:cNvSpPr/>
      </dsp:nvSpPr>
      <dsp:spPr>
        <a:xfrm>
          <a:off x="0" y="4587727"/>
          <a:ext cx="5175384" cy="834228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• Browse Menu • Place Order • Track Delivery • Manage Menu • Manage Orders</a:t>
          </a:r>
        </a:p>
      </dsp:txBody>
      <dsp:txXfrm>
        <a:off x="40724" y="4628451"/>
        <a:ext cx="5093936" cy="75278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8F30A4-6591-174E-9DDD-804FD90B111F}">
      <dsp:nvSpPr>
        <dsp:cNvPr id="0" name=""/>
        <dsp:cNvSpPr/>
      </dsp:nvSpPr>
      <dsp:spPr>
        <a:xfrm>
          <a:off x="0" y="2703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8B7ABA-D089-1C45-8E2C-5B7E9704FBE0}">
      <dsp:nvSpPr>
        <dsp:cNvPr id="0" name=""/>
        <dsp:cNvSpPr/>
      </dsp:nvSpPr>
      <dsp:spPr>
        <a:xfrm>
          <a:off x="0" y="2703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• Jollof Rice with Fried Chicken 🍗</a:t>
          </a:r>
        </a:p>
      </dsp:txBody>
      <dsp:txXfrm>
        <a:off x="0" y="2703"/>
        <a:ext cx="5175384" cy="921789"/>
      </dsp:txXfrm>
    </dsp:sp>
    <dsp:sp modelId="{88EC4216-5BA1-8240-8AD9-AE879E6E461F}">
      <dsp:nvSpPr>
        <dsp:cNvPr id="0" name=""/>
        <dsp:cNvSpPr/>
      </dsp:nvSpPr>
      <dsp:spPr>
        <a:xfrm>
          <a:off x="0" y="924492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D7F97F-A580-AB43-92C2-DD8A86299134}">
      <dsp:nvSpPr>
        <dsp:cNvPr id="0" name=""/>
        <dsp:cNvSpPr/>
      </dsp:nvSpPr>
      <dsp:spPr>
        <a:xfrm>
          <a:off x="0" y="924492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• Efo Riro with Pounded Yam 🍲</a:t>
          </a:r>
        </a:p>
      </dsp:txBody>
      <dsp:txXfrm>
        <a:off x="0" y="924492"/>
        <a:ext cx="5175384" cy="921789"/>
      </dsp:txXfrm>
    </dsp:sp>
    <dsp:sp modelId="{39B5E3D9-2A48-0145-9D77-A87201901C1F}">
      <dsp:nvSpPr>
        <dsp:cNvPr id="0" name=""/>
        <dsp:cNvSpPr/>
      </dsp:nvSpPr>
      <dsp:spPr>
        <a:xfrm>
          <a:off x="0" y="184628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680C6D-BA9A-FF4C-A14D-3BCDFB3F2031}">
      <dsp:nvSpPr>
        <dsp:cNvPr id="0" name=""/>
        <dsp:cNvSpPr/>
      </dsp:nvSpPr>
      <dsp:spPr>
        <a:xfrm>
          <a:off x="0" y="1846281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• Egusi Soup with Fufu 🥣</a:t>
          </a:r>
        </a:p>
      </dsp:txBody>
      <dsp:txXfrm>
        <a:off x="0" y="1846281"/>
        <a:ext cx="5175384" cy="921789"/>
      </dsp:txXfrm>
    </dsp:sp>
    <dsp:sp modelId="{0C6A1094-6447-104E-A3A5-CB5EE9910886}">
      <dsp:nvSpPr>
        <dsp:cNvPr id="0" name=""/>
        <dsp:cNvSpPr/>
      </dsp:nvSpPr>
      <dsp:spPr>
        <a:xfrm>
          <a:off x="0" y="2768070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D2F88C-EBFC-AA46-A230-CB0CB02AA617}">
      <dsp:nvSpPr>
        <dsp:cNvPr id="0" name=""/>
        <dsp:cNvSpPr/>
      </dsp:nvSpPr>
      <dsp:spPr>
        <a:xfrm>
          <a:off x="0" y="2768070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• Suya (Spicy Grilled Meat) 🌶️</a:t>
          </a:r>
        </a:p>
      </dsp:txBody>
      <dsp:txXfrm>
        <a:off x="0" y="2768070"/>
        <a:ext cx="5175384" cy="921789"/>
      </dsp:txXfrm>
    </dsp:sp>
    <dsp:sp modelId="{C2018E56-BEB1-184E-AB4B-F082E646C0DE}">
      <dsp:nvSpPr>
        <dsp:cNvPr id="0" name=""/>
        <dsp:cNvSpPr/>
      </dsp:nvSpPr>
      <dsp:spPr>
        <a:xfrm>
          <a:off x="0" y="3689859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4F36A1-FB24-724A-9397-BC43451C2739}">
      <dsp:nvSpPr>
        <dsp:cNvPr id="0" name=""/>
        <dsp:cNvSpPr/>
      </dsp:nvSpPr>
      <dsp:spPr>
        <a:xfrm>
          <a:off x="0" y="3689859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• Ofada Rice with Ayamase (Designer Stew) 🍛</a:t>
          </a:r>
        </a:p>
      </dsp:txBody>
      <dsp:txXfrm>
        <a:off x="0" y="3689859"/>
        <a:ext cx="5175384" cy="921789"/>
      </dsp:txXfrm>
    </dsp:sp>
    <dsp:sp modelId="{813332DE-18A6-584D-9256-67E2AA52D93C}">
      <dsp:nvSpPr>
        <dsp:cNvPr id="0" name=""/>
        <dsp:cNvSpPr/>
      </dsp:nvSpPr>
      <dsp:spPr>
        <a:xfrm>
          <a:off x="0" y="4611648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27BE04-1717-C140-B8C5-A3808A8E6184}">
      <dsp:nvSpPr>
        <dsp:cNvPr id="0" name=""/>
        <dsp:cNvSpPr/>
      </dsp:nvSpPr>
      <dsp:spPr>
        <a:xfrm>
          <a:off x="0" y="4611648"/>
          <a:ext cx="5175384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• Moi Moi (Bean Cake) and Plantain 🍌</a:t>
          </a:r>
        </a:p>
      </dsp:txBody>
      <dsp:txXfrm>
        <a:off x="0" y="4611648"/>
        <a:ext cx="5175384" cy="92178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50A488-D52C-794F-B693-51A3A1451547}">
      <dsp:nvSpPr>
        <dsp:cNvPr id="0" name=""/>
        <dsp:cNvSpPr/>
      </dsp:nvSpPr>
      <dsp:spPr>
        <a:xfrm>
          <a:off x="423380" y="661495"/>
          <a:ext cx="4009461" cy="4009461"/>
        </a:xfrm>
        <a:prstGeom prst="pie">
          <a:avLst>
            <a:gd name="adj1" fmla="val 16200000"/>
            <a:gd name="adj2" fmla="val 19285716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FR1 – User Registration and Login</a:t>
          </a:r>
        </a:p>
      </dsp:txBody>
      <dsp:txXfrm>
        <a:off x="2529779" y="1033802"/>
        <a:ext cx="954633" cy="763706"/>
      </dsp:txXfrm>
    </dsp:sp>
    <dsp:sp modelId="{A30110BD-9E15-0547-9FC0-BB4D1DDE00A1}">
      <dsp:nvSpPr>
        <dsp:cNvPr id="0" name=""/>
        <dsp:cNvSpPr/>
      </dsp:nvSpPr>
      <dsp:spPr>
        <a:xfrm>
          <a:off x="474930" y="725933"/>
          <a:ext cx="4009461" cy="4009461"/>
        </a:xfrm>
        <a:prstGeom prst="pie">
          <a:avLst>
            <a:gd name="adj1" fmla="val 19285716"/>
            <a:gd name="adj2" fmla="val 771428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FR2 – View Menu of Nigerian Dishes</a:t>
          </a:r>
        </a:p>
      </dsp:txBody>
      <dsp:txXfrm>
        <a:off x="3198022" y="2179362"/>
        <a:ext cx="1097828" cy="668243"/>
      </dsp:txXfrm>
    </dsp:sp>
    <dsp:sp modelId="{B39BB0FD-40EE-174A-9A8E-922D9476FF06}">
      <dsp:nvSpPr>
        <dsp:cNvPr id="0" name=""/>
        <dsp:cNvSpPr/>
      </dsp:nvSpPr>
      <dsp:spPr>
        <a:xfrm>
          <a:off x="456314" y="807076"/>
          <a:ext cx="4009461" cy="4009461"/>
        </a:xfrm>
        <a:prstGeom prst="pie">
          <a:avLst>
            <a:gd name="adj1" fmla="val 771428"/>
            <a:gd name="adj2" fmla="val 3857143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FR3 – Place Orders and Make Payments</a:t>
          </a:r>
        </a:p>
      </dsp:txBody>
      <dsp:txXfrm>
        <a:off x="3030961" y="3181727"/>
        <a:ext cx="954633" cy="739841"/>
      </dsp:txXfrm>
    </dsp:sp>
    <dsp:sp modelId="{34C96C31-B9E2-F04E-A1DA-104D4E937FAE}">
      <dsp:nvSpPr>
        <dsp:cNvPr id="0" name=""/>
        <dsp:cNvSpPr/>
      </dsp:nvSpPr>
      <dsp:spPr>
        <a:xfrm>
          <a:off x="381853" y="842875"/>
          <a:ext cx="4009461" cy="4009461"/>
        </a:xfrm>
        <a:prstGeom prst="pie">
          <a:avLst>
            <a:gd name="adj1" fmla="val 3857226"/>
            <a:gd name="adj2" fmla="val 6942858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FR4 – Real-Time Order Tracking</a:t>
          </a:r>
        </a:p>
      </dsp:txBody>
      <dsp:txXfrm>
        <a:off x="1921200" y="3993166"/>
        <a:ext cx="930767" cy="668243"/>
      </dsp:txXfrm>
    </dsp:sp>
    <dsp:sp modelId="{D5B40CF0-C0A3-934F-863B-CF1FF9C5DEA3}">
      <dsp:nvSpPr>
        <dsp:cNvPr id="0" name=""/>
        <dsp:cNvSpPr/>
      </dsp:nvSpPr>
      <dsp:spPr>
        <a:xfrm>
          <a:off x="307392" y="807076"/>
          <a:ext cx="4009461" cy="4009461"/>
        </a:xfrm>
        <a:prstGeom prst="pie">
          <a:avLst>
            <a:gd name="adj1" fmla="val 6942858"/>
            <a:gd name="adj2" fmla="val 10028574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FR5 – Manage Menu Items (Admin)</a:t>
          </a:r>
        </a:p>
      </dsp:txBody>
      <dsp:txXfrm>
        <a:off x="787572" y="3181727"/>
        <a:ext cx="954633" cy="739841"/>
      </dsp:txXfrm>
    </dsp:sp>
    <dsp:sp modelId="{8604B473-53DA-9F47-9C5D-9E4076D55C45}">
      <dsp:nvSpPr>
        <dsp:cNvPr id="0" name=""/>
        <dsp:cNvSpPr/>
      </dsp:nvSpPr>
      <dsp:spPr>
        <a:xfrm>
          <a:off x="288776" y="725933"/>
          <a:ext cx="4009461" cy="4009461"/>
        </a:xfrm>
        <a:prstGeom prst="pie">
          <a:avLst>
            <a:gd name="adj1" fmla="val 10028574"/>
            <a:gd name="adj2" fmla="val 13114284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FR6 – Assign Deliveries (Admin)</a:t>
          </a:r>
        </a:p>
      </dsp:txBody>
      <dsp:txXfrm>
        <a:off x="477316" y="2179362"/>
        <a:ext cx="1097828" cy="668243"/>
      </dsp:txXfrm>
    </dsp:sp>
    <dsp:sp modelId="{40D23F82-25DA-AF4C-B284-CAF65E39B84A}">
      <dsp:nvSpPr>
        <dsp:cNvPr id="0" name=""/>
        <dsp:cNvSpPr/>
      </dsp:nvSpPr>
      <dsp:spPr>
        <a:xfrm>
          <a:off x="340326" y="661495"/>
          <a:ext cx="4009461" cy="4009461"/>
        </a:xfrm>
        <a:prstGeom prst="pie">
          <a:avLst>
            <a:gd name="adj1" fmla="val 13114284"/>
            <a:gd name="adj2" fmla="val 162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FR7 – Receive Push Notifications</a:t>
          </a:r>
        </a:p>
      </dsp:txBody>
      <dsp:txXfrm>
        <a:off x="1288755" y="1033802"/>
        <a:ext cx="954633" cy="763706"/>
      </dsp:txXfrm>
    </dsp:sp>
    <dsp:sp modelId="{D17ABE42-60D6-CB4E-B524-65FBCD4C6476}">
      <dsp:nvSpPr>
        <dsp:cNvPr id="0" name=""/>
        <dsp:cNvSpPr/>
      </dsp:nvSpPr>
      <dsp:spPr>
        <a:xfrm>
          <a:off x="174975" y="413290"/>
          <a:ext cx="4505870" cy="4505870"/>
        </a:xfrm>
        <a:prstGeom prst="circularArrow">
          <a:avLst>
            <a:gd name="adj1" fmla="val 5085"/>
            <a:gd name="adj2" fmla="val 327528"/>
            <a:gd name="adj3" fmla="val 18957827"/>
            <a:gd name="adj4" fmla="val 16200343"/>
            <a:gd name="adj5" fmla="val 5932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849305-5E82-E34B-A989-CB71E403FAEA}">
      <dsp:nvSpPr>
        <dsp:cNvPr id="0" name=""/>
        <dsp:cNvSpPr/>
      </dsp:nvSpPr>
      <dsp:spPr>
        <a:xfrm>
          <a:off x="226849" y="478013"/>
          <a:ext cx="4505870" cy="4505870"/>
        </a:xfrm>
        <a:prstGeom prst="circularArrow">
          <a:avLst>
            <a:gd name="adj1" fmla="val 5085"/>
            <a:gd name="adj2" fmla="val 327528"/>
            <a:gd name="adj3" fmla="val 443744"/>
            <a:gd name="adj4" fmla="val 19285776"/>
            <a:gd name="adj5" fmla="val 5932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C4D9C0-8076-4B47-99A1-5A674F1E5E48}">
      <dsp:nvSpPr>
        <dsp:cNvPr id="0" name=""/>
        <dsp:cNvSpPr/>
      </dsp:nvSpPr>
      <dsp:spPr>
        <a:xfrm>
          <a:off x="208168" y="558969"/>
          <a:ext cx="4505870" cy="4505870"/>
        </a:xfrm>
        <a:prstGeom prst="circularArrow">
          <a:avLst>
            <a:gd name="adj1" fmla="val 5085"/>
            <a:gd name="adj2" fmla="val 327528"/>
            <a:gd name="adj3" fmla="val 3529100"/>
            <a:gd name="adj4" fmla="val 770764"/>
            <a:gd name="adj5" fmla="val 5932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40486B-8A8E-304B-AF63-43E13B11FF4A}">
      <dsp:nvSpPr>
        <dsp:cNvPr id="0" name=""/>
        <dsp:cNvSpPr/>
      </dsp:nvSpPr>
      <dsp:spPr>
        <a:xfrm>
          <a:off x="133648" y="594566"/>
          <a:ext cx="4505870" cy="4505870"/>
        </a:xfrm>
        <a:prstGeom prst="circularArrow">
          <a:avLst>
            <a:gd name="adj1" fmla="val 5085"/>
            <a:gd name="adj2" fmla="val 327528"/>
            <a:gd name="adj3" fmla="val 6615046"/>
            <a:gd name="adj4" fmla="val 3857426"/>
            <a:gd name="adj5" fmla="val 5932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5B3A1B-88F0-984D-90B4-E8AA3ED63CC2}">
      <dsp:nvSpPr>
        <dsp:cNvPr id="0" name=""/>
        <dsp:cNvSpPr/>
      </dsp:nvSpPr>
      <dsp:spPr>
        <a:xfrm>
          <a:off x="59128" y="558969"/>
          <a:ext cx="4505870" cy="4505870"/>
        </a:xfrm>
        <a:prstGeom prst="circularArrow">
          <a:avLst>
            <a:gd name="adj1" fmla="val 5085"/>
            <a:gd name="adj2" fmla="val 327528"/>
            <a:gd name="adj3" fmla="val 9701707"/>
            <a:gd name="adj4" fmla="val 6943371"/>
            <a:gd name="adj5" fmla="val 5932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AD1F68-0C93-C942-B0C4-D66F20D7E45B}">
      <dsp:nvSpPr>
        <dsp:cNvPr id="0" name=""/>
        <dsp:cNvSpPr/>
      </dsp:nvSpPr>
      <dsp:spPr>
        <a:xfrm>
          <a:off x="40447" y="478013"/>
          <a:ext cx="4505870" cy="4505870"/>
        </a:xfrm>
        <a:prstGeom prst="circularArrow">
          <a:avLst>
            <a:gd name="adj1" fmla="val 5085"/>
            <a:gd name="adj2" fmla="val 327528"/>
            <a:gd name="adj3" fmla="val 12786695"/>
            <a:gd name="adj4" fmla="val 10028727"/>
            <a:gd name="adj5" fmla="val 5932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214818-EB52-2046-BA89-3B829F8FE90C}">
      <dsp:nvSpPr>
        <dsp:cNvPr id="0" name=""/>
        <dsp:cNvSpPr/>
      </dsp:nvSpPr>
      <dsp:spPr>
        <a:xfrm>
          <a:off x="92322" y="413290"/>
          <a:ext cx="4505870" cy="4505870"/>
        </a:xfrm>
        <a:prstGeom prst="circularArrow">
          <a:avLst>
            <a:gd name="adj1" fmla="val 5085"/>
            <a:gd name="adj2" fmla="val 327528"/>
            <a:gd name="adj3" fmla="val 15872129"/>
            <a:gd name="adj4" fmla="val 13114645"/>
            <a:gd name="adj5" fmla="val 5932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2640E8-FC05-1A44-A5BC-86F9A2C5C274}">
      <dsp:nvSpPr>
        <dsp:cNvPr id="0" name=""/>
        <dsp:cNvSpPr/>
      </dsp:nvSpPr>
      <dsp:spPr>
        <a:xfrm>
          <a:off x="1656122" y="1520"/>
          <a:ext cx="1863138" cy="88529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NFR1 – Usability: Simple and intuitive interface.</a:t>
          </a:r>
        </a:p>
      </dsp:txBody>
      <dsp:txXfrm>
        <a:off x="1699339" y="44737"/>
        <a:ext cx="1776704" cy="798861"/>
      </dsp:txXfrm>
    </dsp:sp>
    <dsp:sp modelId="{65526BE0-E2B2-0E4A-BC57-80A357DA0EF5}">
      <dsp:nvSpPr>
        <dsp:cNvPr id="0" name=""/>
        <dsp:cNvSpPr/>
      </dsp:nvSpPr>
      <dsp:spPr>
        <a:xfrm>
          <a:off x="1656122" y="931081"/>
          <a:ext cx="1863138" cy="88529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NFR2 – Performance: Load menus in under 2 seconds.</a:t>
          </a:r>
        </a:p>
      </dsp:txBody>
      <dsp:txXfrm>
        <a:off x="1699339" y="974298"/>
        <a:ext cx="1776704" cy="798861"/>
      </dsp:txXfrm>
    </dsp:sp>
    <dsp:sp modelId="{3C02251E-EEA2-9242-974C-42308974AEC0}">
      <dsp:nvSpPr>
        <dsp:cNvPr id="0" name=""/>
        <dsp:cNvSpPr/>
      </dsp:nvSpPr>
      <dsp:spPr>
        <a:xfrm>
          <a:off x="1656122" y="1860642"/>
          <a:ext cx="1863138" cy="88529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NFR3 – Security: Encrypted communication and JWT auth.</a:t>
          </a:r>
        </a:p>
      </dsp:txBody>
      <dsp:txXfrm>
        <a:off x="1699339" y="1903859"/>
        <a:ext cx="1776704" cy="798861"/>
      </dsp:txXfrm>
    </dsp:sp>
    <dsp:sp modelId="{3BAFAAF8-C48E-0A41-AC4D-7F92DBBCD4DD}">
      <dsp:nvSpPr>
        <dsp:cNvPr id="0" name=""/>
        <dsp:cNvSpPr/>
      </dsp:nvSpPr>
      <dsp:spPr>
        <a:xfrm>
          <a:off x="1656122" y="2790202"/>
          <a:ext cx="1863138" cy="88529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NFR4 – Reliability: Continuous uptime for live orders.</a:t>
          </a:r>
        </a:p>
      </dsp:txBody>
      <dsp:txXfrm>
        <a:off x="1699339" y="2833419"/>
        <a:ext cx="1776704" cy="798861"/>
      </dsp:txXfrm>
    </dsp:sp>
    <dsp:sp modelId="{C249AE7C-E7F9-5046-B1B4-792A17A66795}">
      <dsp:nvSpPr>
        <dsp:cNvPr id="0" name=""/>
        <dsp:cNvSpPr/>
      </dsp:nvSpPr>
      <dsp:spPr>
        <a:xfrm>
          <a:off x="1656122" y="3719763"/>
          <a:ext cx="1863138" cy="88529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NFR5 – Scalability: Support multiple branches/restaurants.</a:t>
          </a:r>
        </a:p>
      </dsp:txBody>
      <dsp:txXfrm>
        <a:off x="1699339" y="3762980"/>
        <a:ext cx="1776704" cy="798861"/>
      </dsp:txXfrm>
    </dsp:sp>
    <dsp:sp modelId="{1A5CC181-DE2B-E14D-AABE-55A431A6349B}">
      <dsp:nvSpPr>
        <dsp:cNvPr id="0" name=""/>
        <dsp:cNvSpPr/>
      </dsp:nvSpPr>
      <dsp:spPr>
        <a:xfrm>
          <a:off x="1656122" y="4649324"/>
          <a:ext cx="1863138" cy="88529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NFR6 – Localization: Display in Naira (₦) and Nigerian dishes.</a:t>
          </a:r>
        </a:p>
      </dsp:txBody>
      <dsp:txXfrm>
        <a:off x="1699339" y="4692541"/>
        <a:ext cx="1776704" cy="79886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E0B15A-B76C-5A45-B839-6C74C31E991C}">
      <dsp:nvSpPr>
        <dsp:cNvPr id="0" name=""/>
        <dsp:cNvSpPr/>
      </dsp:nvSpPr>
      <dsp:spPr>
        <a:xfrm>
          <a:off x="0" y="393420"/>
          <a:ext cx="5175384" cy="7195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• Android Studio (Java)</a:t>
          </a:r>
        </a:p>
      </dsp:txBody>
      <dsp:txXfrm>
        <a:off x="35125" y="428545"/>
        <a:ext cx="5105134" cy="649299"/>
      </dsp:txXfrm>
    </dsp:sp>
    <dsp:sp modelId="{713701CD-8047-D24F-A8A7-421338DB4C66}">
      <dsp:nvSpPr>
        <dsp:cNvPr id="0" name=""/>
        <dsp:cNvSpPr/>
      </dsp:nvSpPr>
      <dsp:spPr>
        <a:xfrm>
          <a:off x="0" y="1199370"/>
          <a:ext cx="5175384" cy="719549"/>
        </a:xfrm>
        <a:prstGeom prst="round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• Spring Boot Framework (Java)</a:t>
          </a:r>
        </a:p>
      </dsp:txBody>
      <dsp:txXfrm>
        <a:off x="35125" y="1234495"/>
        <a:ext cx="5105134" cy="649299"/>
      </dsp:txXfrm>
    </dsp:sp>
    <dsp:sp modelId="{B275E9B6-D8B2-0941-B5A4-93707171F5A3}">
      <dsp:nvSpPr>
        <dsp:cNvPr id="0" name=""/>
        <dsp:cNvSpPr/>
      </dsp:nvSpPr>
      <dsp:spPr>
        <a:xfrm>
          <a:off x="0" y="2005320"/>
          <a:ext cx="5175384" cy="719549"/>
        </a:xfrm>
        <a:prstGeom prst="roundRect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• PostgreSQL Database</a:t>
          </a:r>
        </a:p>
      </dsp:txBody>
      <dsp:txXfrm>
        <a:off x="35125" y="2040445"/>
        <a:ext cx="5105134" cy="649299"/>
      </dsp:txXfrm>
    </dsp:sp>
    <dsp:sp modelId="{370D2BCD-BC1C-6449-972B-DABC81273334}">
      <dsp:nvSpPr>
        <dsp:cNvPr id="0" name=""/>
        <dsp:cNvSpPr/>
      </dsp:nvSpPr>
      <dsp:spPr>
        <a:xfrm>
          <a:off x="0" y="2811270"/>
          <a:ext cx="5175384" cy="719549"/>
        </a:xfrm>
        <a:prstGeom prst="roundRect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• Docker &amp; Docker Compose</a:t>
          </a:r>
        </a:p>
      </dsp:txBody>
      <dsp:txXfrm>
        <a:off x="35125" y="2846395"/>
        <a:ext cx="5105134" cy="649299"/>
      </dsp:txXfrm>
    </dsp:sp>
    <dsp:sp modelId="{1940C226-CDA7-494E-A3ED-2DFDED32A614}">
      <dsp:nvSpPr>
        <dsp:cNvPr id="0" name=""/>
        <dsp:cNvSpPr/>
      </dsp:nvSpPr>
      <dsp:spPr>
        <a:xfrm>
          <a:off x="0" y="3617220"/>
          <a:ext cx="5175384" cy="719549"/>
        </a:xfrm>
        <a:prstGeom prst="roundRect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• GitHub (Version Control)</a:t>
          </a:r>
        </a:p>
      </dsp:txBody>
      <dsp:txXfrm>
        <a:off x="35125" y="3652345"/>
        <a:ext cx="5105134" cy="649299"/>
      </dsp:txXfrm>
    </dsp:sp>
    <dsp:sp modelId="{2B300ECD-A0C5-5046-80F7-582D15940DD2}">
      <dsp:nvSpPr>
        <dsp:cNvPr id="0" name=""/>
        <dsp:cNvSpPr/>
      </dsp:nvSpPr>
      <dsp:spPr>
        <a:xfrm>
          <a:off x="0" y="4423170"/>
          <a:ext cx="5175384" cy="71954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• Postman &amp; JUnit (Testing)</a:t>
          </a:r>
        </a:p>
      </dsp:txBody>
      <dsp:txXfrm>
        <a:off x="35125" y="4458295"/>
        <a:ext cx="5105134" cy="64929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AFEB80-975B-2743-88D2-6C3F6F6761F8}">
      <dsp:nvSpPr>
        <dsp:cNvPr id="0" name=""/>
        <dsp:cNvSpPr/>
      </dsp:nvSpPr>
      <dsp:spPr>
        <a:xfrm>
          <a:off x="0" y="67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219128-3436-F24D-94B3-B36C70888B5D}">
      <dsp:nvSpPr>
        <dsp:cNvPr id="0" name=""/>
        <dsp:cNvSpPr/>
      </dsp:nvSpPr>
      <dsp:spPr>
        <a:xfrm>
          <a:off x="0" y="675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• Integration with Paystack or Flutterwave for payments.</a:t>
          </a:r>
        </a:p>
      </dsp:txBody>
      <dsp:txXfrm>
        <a:off x="0" y="675"/>
        <a:ext cx="5175384" cy="1106957"/>
      </dsp:txXfrm>
    </dsp:sp>
    <dsp:sp modelId="{36296D41-0EAF-AB4B-AE33-6553366E3FCA}">
      <dsp:nvSpPr>
        <dsp:cNvPr id="0" name=""/>
        <dsp:cNvSpPr/>
      </dsp:nvSpPr>
      <dsp:spPr>
        <a:xfrm>
          <a:off x="0" y="1107633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4A8537-284A-D440-89B1-7B20021BE567}">
      <dsp:nvSpPr>
        <dsp:cNvPr id="0" name=""/>
        <dsp:cNvSpPr/>
      </dsp:nvSpPr>
      <dsp:spPr>
        <a:xfrm>
          <a:off x="0" y="1107633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• AI-based food recommendation engine.</a:t>
          </a:r>
        </a:p>
      </dsp:txBody>
      <dsp:txXfrm>
        <a:off x="0" y="1107633"/>
        <a:ext cx="5175384" cy="1106957"/>
      </dsp:txXfrm>
    </dsp:sp>
    <dsp:sp modelId="{8B0E13DE-8F4D-5240-8F72-20AC8F8F6918}">
      <dsp:nvSpPr>
        <dsp:cNvPr id="0" name=""/>
        <dsp:cNvSpPr/>
      </dsp:nvSpPr>
      <dsp:spPr>
        <a:xfrm>
          <a:off x="0" y="221459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3A6603-C1E6-1940-A09B-5246BBC10F18}">
      <dsp:nvSpPr>
        <dsp:cNvPr id="0" name=""/>
        <dsp:cNvSpPr/>
      </dsp:nvSpPr>
      <dsp:spPr>
        <a:xfrm>
          <a:off x="0" y="2214591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• Route optimization for delivery riders.</a:t>
          </a:r>
        </a:p>
      </dsp:txBody>
      <dsp:txXfrm>
        <a:off x="0" y="2214591"/>
        <a:ext cx="5175384" cy="1106957"/>
      </dsp:txXfrm>
    </dsp:sp>
    <dsp:sp modelId="{667A485D-120D-374A-AEF4-BB65BB0F6837}">
      <dsp:nvSpPr>
        <dsp:cNvPr id="0" name=""/>
        <dsp:cNvSpPr/>
      </dsp:nvSpPr>
      <dsp:spPr>
        <a:xfrm>
          <a:off x="0" y="3321549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B8792C-91D8-B04E-A0F8-D392C3C2B736}">
      <dsp:nvSpPr>
        <dsp:cNvPr id="0" name=""/>
        <dsp:cNvSpPr/>
      </dsp:nvSpPr>
      <dsp:spPr>
        <a:xfrm>
          <a:off x="0" y="3321549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• Ratings and review system for dishes and delivery.</a:t>
          </a:r>
        </a:p>
      </dsp:txBody>
      <dsp:txXfrm>
        <a:off x="0" y="3321549"/>
        <a:ext cx="5175384" cy="1106957"/>
      </dsp:txXfrm>
    </dsp:sp>
    <dsp:sp modelId="{317D8DFE-3F08-6A41-843C-DC9E5C7E906C}">
      <dsp:nvSpPr>
        <dsp:cNvPr id="0" name=""/>
        <dsp:cNvSpPr/>
      </dsp:nvSpPr>
      <dsp:spPr>
        <a:xfrm>
          <a:off x="0" y="4428507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8C891A-F9B1-8149-9C01-71587FD6AC69}">
      <dsp:nvSpPr>
        <dsp:cNvPr id="0" name=""/>
        <dsp:cNvSpPr/>
      </dsp:nvSpPr>
      <dsp:spPr>
        <a:xfrm>
          <a:off x="0" y="4428507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• Expansion to multiple cities and countries.</a:t>
          </a:r>
        </a:p>
      </dsp:txBody>
      <dsp:txXfrm>
        <a:off x="0" y="4428507"/>
        <a:ext cx="5175384" cy="110695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9B978E-59E8-C743-9FA7-D150E02B7452}">
      <dsp:nvSpPr>
        <dsp:cNvPr id="0" name=""/>
        <dsp:cNvSpPr/>
      </dsp:nvSpPr>
      <dsp:spPr>
        <a:xfrm>
          <a:off x="0" y="2703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892016-F3FC-E448-8BA1-8444E70D4FDA}">
      <dsp:nvSpPr>
        <dsp:cNvPr id="0" name=""/>
        <dsp:cNvSpPr/>
      </dsp:nvSpPr>
      <dsp:spPr>
        <a:xfrm>
          <a:off x="0" y="2703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Afropot provides a complete Nigerian food ordering and delivery experience.</a:t>
          </a:r>
        </a:p>
      </dsp:txBody>
      <dsp:txXfrm>
        <a:off x="0" y="2703"/>
        <a:ext cx="5175384" cy="1843578"/>
      </dsp:txXfrm>
    </dsp:sp>
    <dsp:sp modelId="{2675A285-61E5-6D46-95B8-147298B7CD3A}">
      <dsp:nvSpPr>
        <dsp:cNvPr id="0" name=""/>
        <dsp:cNvSpPr/>
      </dsp:nvSpPr>
      <dsp:spPr>
        <a:xfrm>
          <a:off x="0" y="184628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8D15AA-E170-0B4B-97D6-22712E031E2E}">
      <dsp:nvSpPr>
        <dsp:cNvPr id="0" name=""/>
        <dsp:cNvSpPr/>
      </dsp:nvSpPr>
      <dsp:spPr>
        <a:xfrm>
          <a:off x="0" y="1846281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It promotes Nigerian cuisine globally through technology.</a:t>
          </a:r>
        </a:p>
      </dsp:txBody>
      <dsp:txXfrm>
        <a:off x="0" y="1846281"/>
        <a:ext cx="5175384" cy="1843578"/>
      </dsp:txXfrm>
    </dsp:sp>
    <dsp:sp modelId="{E747FF4C-5088-0342-8DCC-2090C4169F51}">
      <dsp:nvSpPr>
        <dsp:cNvPr id="0" name=""/>
        <dsp:cNvSpPr/>
      </dsp:nvSpPr>
      <dsp:spPr>
        <a:xfrm>
          <a:off x="0" y="3689859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655519-0952-5740-A61F-F5D3D583A07D}">
      <dsp:nvSpPr>
        <dsp:cNvPr id="0" name=""/>
        <dsp:cNvSpPr/>
      </dsp:nvSpPr>
      <dsp:spPr>
        <a:xfrm>
          <a:off x="0" y="3689859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With its modular and scalable architecture, Afropot is ready for real-world deployment and future growth.</a:t>
          </a:r>
        </a:p>
      </dsp:txBody>
      <dsp:txXfrm>
        <a:off x="0" y="3689859"/>
        <a:ext cx="5175384" cy="18435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Food on a table">
            <a:extLst>
              <a:ext uri="{FF2B5EF4-FFF2-40B4-BE49-F238E27FC236}">
                <a16:creationId xmlns:a16="http://schemas.microsoft.com/office/drawing/2014/main" id="{250F62A8-83C4-AACA-515D-D5F878225AE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4432" r="6567" b="-2"/>
          <a:stretch>
            <a:fillRect/>
          </a:stretch>
        </p:blipFill>
        <p:spPr>
          <a:xfrm>
            <a:off x="20" y="1"/>
            <a:ext cx="914398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0" y="1122362"/>
            <a:ext cx="7886700" cy="2900518"/>
          </a:xfrm>
        </p:spPr>
        <p:txBody>
          <a:bodyPr>
            <a:normAutofit/>
          </a:bodyPr>
          <a:lstStyle/>
          <a:p>
            <a:r>
              <a:rPr lang="en-GB" sz="3800" b="1" dirty="0">
                <a:solidFill>
                  <a:srgbClr val="FFFFFF"/>
                </a:solidFill>
                <a:latin typeface="Abadi MT Condensed Extra Bold" panose="020B0306030101010103" pitchFamily="34" charset="77"/>
              </a:rPr>
              <a:t>Afropot – Nigerian Food Ordering &amp; Delivery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" y="4159404"/>
            <a:ext cx="7987812" cy="215933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1800" b="1" dirty="0">
                <a:solidFill>
                  <a:srgbClr val="FFFFFF"/>
                </a:solidFill>
              </a:rPr>
              <a:t>Software Engineering 2 Project</a:t>
            </a:r>
          </a:p>
          <a:p>
            <a:pPr>
              <a:lnSpc>
                <a:spcPct val="90000"/>
              </a:lnSpc>
            </a:pPr>
            <a:r>
              <a:rPr lang="en-GB" sz="1800" b="1" dirty="0">
                <a:solidFill>
                  <a:srgbClr val="FFFFFF"/>
                </a:solidFill>
              </a:rPr>
              <a:t>Lecturer: Dr. Ali Mehmood Khan</a:t>
            </a:r>
          </a:p>
          <a:p>
            <a:pPr>
              <a:lnSpc>
                <a:spcPct val="90000"/>
              </a:lnSpc>
            </a:pPr>
            <a:r>
              <a:rPr lang="en-GB" sz="1800" b="1" dirty="0">
                <a:solidFill>
                  <a:srgbClr val="FFFFFF"/>
                </a:solidFill>
              </a:rPr>
              <a:t>Group Members:  Akinseye Akinwande 73524358</a:t>
            </a:r>
          </a:p>
          <a:p>
            <a:pPr>
              <a:lnSpc>
                <a:spcPct val="90000"/>
              </a:lnSpc>
            </a:pPr>
            <a:r>
              <a:rPr lang="en-GB" sz="1800" b="1" dirty="0">
                <a:solidFill>
                  <a:srgbClr val="FFFFFF"/>
                </a:solidFill>
              </a:rPr>
              <a:t>Rahaman Saana Abdul-Razak 81832589</a:t>
            </a:r>
          </a:p>
          <a:p>
            <a:pPr>
              <a:lnSpc>
                <a:spcPct val="90000"/>
              </a:lnSpc>
            </a:pPr>
            <a:r>
              <a:rPr lang="en-GB" sz="1800" b="1" dirty="0">
                <a:solidFill>
                  <a:srgbClr val="FFFFFF"/>
                </a:solidFill>
              </a:rPr>
              <a:t>Guven Cirpanli 27454246</a:t>
            </a:r>
          </a:p>
          <a:p>
            <a:pPr>
              <a:lnSpc>
                <a:spcPct val="90000"/>
              </a:lnSpc>
            </a:pPr>
            <a:r>
              <a:rPr lang="en-GB" sz="1800" b="1" dirty="0">
                <a:solidFill>
                  <a:srgbClr val="FFFFFF"/>
                </a:solidFill>
              </a:rPr>
              <a:t>Sevval Dagar 40238599</a:t>
            </a:r>
          </a:p>
          <a:p>
            <a:pPr>
              <a:lnSpc>
                <a:spcPct val="90000"/>
              </a:lnSpc>
            </a:pPr>
            <a:endParaRPr lang="en-GB" sz="900" b="1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endParaRPr lang="en-GB" sz="9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Introduction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77FE1D40-286E-39EA-1AD3-46CB42C6778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1"/>
          <a:ext cx="8229600" cy="160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8F7D0C0-7989-7B87-5640-6DFD3E6EB60D}"/>
              </a:ext>
            </a:extLst>
          </p:cNvPr>
          <p:cNvSpPr txBox="1"/>
          <p:nvPr/>
        </p:nvSpPr>
        <p:spPr>
          <a:xfrm>
            <a:off x="867508" y="3429000"/>
            <a:ext cx="62601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                                      </a:t>
            </a:r>
            <a:r>
              <a:rPr lang="en-GB" sz="3200" b="1" dirty="0"/>
              <a:t>Problem Statement</a:t>
            </a:r>
            <a:endParaRPr lang="en-VG" sz="3200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F4E37B-86F0-0301-7A2C-FE836C329380}"/>
              </a:ext>
            </a:extLst>
          </p:cNvPr>
          <p:cNvSpPr txBox="1"/>
          <p:nvPr/>
        </p:nvSpPr>
        <p:spPr>
          <a:xfrm>
            <a:off x="609601" y="4454768"/>
            <a:ext cx="750276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en-GB" dirty="0"/>
              <a:t>Limited digital access to authentic Nigerian dishes in many regions.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en-GB" dirty="0"/>
              <a:t>Existing apps do not specialize in Nigerian cuisine.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en-GB" dirty="0"/>
              <a:t>Manual order management by local restaurants leads to inefficiency.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en-GB" dirty="0"/>
              <a:t>Afropot addresses these challenges with a specialized digital solution.</a:t>
            </a:r>
          </a:p>
          <a:p>
            <a:endParaRPr lang="en-VG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GB" sz="3500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pPr>
              <a:defRPr sz="1800"/>
            </a:pPr>
            <a:r>
              <a:rPr lang="en-GB" sz="1700" dirty="0"/>
              <a:t>1. Develop a simple, intuitive Android app for Nigerian meal ordering.</a:t>
            </a:r>
          </a:p>
          <a:p>
            <a:pPr>
              <a:defRPr sz="1800"/>
            </a:pPr>
            <a:r>
              <a:rPr lang="en-GB" sz="1700" dirty="0"/>
              <a:t>2. Enable browsing, ordering, and secure payment for meals.</a:t>
            </a:r>
          </a:p>
          <a:p>
            <a:pPr>
              <a:defRPr sz="1800"/>
            </a:pPr>
            <a:r>
              <a:rPr lang="en-GB" sz="1700" dirty="0"/>
              <a:t>3. Provide live order tracking and delivery status updates.</a:t>
            </a:r>
          </a:p>
          <a:p>
            <a:pPr>
              <a:defRPr sz="1800"/>
            </a:pPr>
            <a:r>
              <a:rPr lang="en-GB" sz="1700" dirty="0"/>
              <a:t>4. Equip admins to manage menus, orders, and riders efficiently.</a:t>
            </a:r>
          </a:p>
        </p:txBody>
      </p:sp>
      <p:pic>
        <p:nvPicPr>
          <p:cNvPr id="5" name="Picture 4" descr="Top view of sandwiches on the table">
            <a:extLst>
              <a:ext uri="{FF2B5EF4-FFF2-40B4-BE49-F238E27FC236}">
                <a16:creationId xmlns:a16="http://schemas.microsoft.com/office/drawing/2014/main" id="{1467FA1F-0379-CD0C-6257-568C21A2A4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077" r="12373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GB" sz="4700" dirty="0"/>
              <a:t>Platform Overview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65374FC-FDD7-8FA3-1823-3444FF45AA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7156204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GB" sz="4700" dirty="0"/>
              <a:t>Core Modules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F64A236-5D36-8ACF-87F4-831BFE7342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9767394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GB" sz="3600" dirty="0"/>
              <a:t>System Architecture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FC35484-953C-5F61-22F7-4AD8CFCFA8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8835359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GB" sz="4700" dirty="0"/>
              <a:t>Use Case Overview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A055E1-29AF-03F3-FD97-0E6FE1E20B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4255292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GB" sz="4700" dirty="0"/>
              <a:t>Example Nigerian Dishes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B10A958-3D2E-0246-D9C9-8F54043810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5423057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GB" sz="3200" dirty="0"/>
              <a:t>Functional Requirements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1BD5C3E-C1C0-376F-A929-CBA22D6F14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4777229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GB" sz="3300" dirty="0"/>
              <a:t>Non-Functional Requirements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CF70AE7-5F4C-248F-8B5C-DBC85F5D1F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440596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GB" sz="3300" dirty="0"/>
              <a:t>Tools &amp; Technologies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04C7F94-D84C-AF8E-34AF-5CD0EC386A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4295710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GB" sz="2900" dirty="0"/>
              <a:t>Future Enhancements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7F56A85-D606-6404-DDF6-2021F07313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9174876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GB" sz="4000" dirty="0"/>
              <a:t>Conclusion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A2C782B-4ACF-2236-C27F-365E93A0D0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8118919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666</Words>
  <Application>Microsoft Macintosh PowerPoint</Application>
  <PresentationFormat>On-screen Show (4:3)</PresentationFormat>
  <Paragraphs>86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Abadi MT Condensed Extra Bold</vt:lpstr>
      <vt:lpstr>Arial</vt:lpstr>
      <vt:lpstr>Calibri</vt:lpstr>
      <vt:lpstr>Office Theme</vt:lpstr>
      <vt:lpstr>Afropot – Nigerian Food Ordering &amp; Delivery Platform</vt:lpstr>
      <vt:lpstr>Introduction</vt:lpstr>
      <vt:lpstr>Objectives</vt:lpstr>
      <vt:lpstr>Platform Overview</vt:lpstr>
      <vt:lpstr>Core Modules</vt:lpstr>
      <vt:lpstr>System Architecture</vt:lpstr>
      <vt:lpstr>Use Case Overview</vt:lpstr>
      <vt:lpstr>Example Nigerian Dishes</vt:lpstr>
      <vt:lpstr>Functional Requirements</vt:lpstr>
      <vt:lpstr>Non-Functional Requirements</vt:lpstr>
      <vt:lpstr>Tools &amp; Technologies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Akinwande Temiloluwa Akinseye</cp:lastModifiedBy>
  <cp:revision>2</cp:revision>
  <dcterms:created xsi:type="dcterms:W3CDTF">2013-01-27T09:14:16Z</dcterms:created>
  <dcterms:modified xsi:type="dcterms:W3CDTF">2025-10-18T17:12:22Z</dcterms:modified>
  <cp:category/>
</cp:coreProperties>
</file>